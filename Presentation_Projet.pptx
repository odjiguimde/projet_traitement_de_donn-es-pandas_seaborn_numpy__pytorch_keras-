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9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61" r:id="rId4"/>
    <p:sldId id="314" r:id="rId5"/>
    <p:sldId id="264" r:id="rId6"/>
    <p:sldId id="315" r:id="rId7"/>
    <p:sldId id="316" r:id="rId8"/>
    <p:sldId id="317" r:id="rId9"/>
    <p:sldId id="259" r:id="rId10"/>
    <p:sldId id="319" r:id="rId11"/>
    <p:sldId id="318" r:id="rId12"/>
    <p:sldId id="265" r:id="rId13"/>
    <p:sldId id="291" r:id="rId14"/>
    <p:sldId id="292" r:id="rId15"/>
  </p:sldIdLst>
  <p:sldSz cx="9144000" cy="5143500" type="screen16x9"/>
  <p:notesSz cx="6858000" cy="9144000"/>
  <p:embeddedFontLst>
    <p:embeddedFont>
      <p:font typeface="Exo" panose="020B0604020202020204" charset="0"/>
      <p:regular r:id="rId18"/>
      <p:bold r:id="rId19"/>
      <p:italic r:id="rId20"/>
      <p:boldItalic r:id="rId21"/>
    </p:embeddedFont>
    <p:embeddedFont>
      <p:font typeface="PT Sans" panose="020B0503020203020204" pitchFamily="34" charset="0"/>
      <p:regular r:id="rId22"/>
      <p:bold r:id="rId23"/>
      <p:italic r:id="rId24"/>
      <p:boldItalic r:id="rId25"/>
    </p:embeddedFont>
    <p:embeddedFont>
      <p:font typeface="Roboto Condensed Light" panose="02000000000000000000" pitchFamily="2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CC62BD-0082-4E62-8C47-AFCF1D0135AA}">
  <a:tblStyle styleId="{B4CC62BD-0082-4E62-8C47-AFCF1D0135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ata3.xml.rels><?xml version="1.0" encoding="UTF-8" standalone="yes"?>
<Relationships xmlns="http://schemas.openxmlformats.org/package/2006/relationships"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diagrams/_rels/data5.xml.rels><?xml version="1.0" encoding="UTF-8" standalone="yes"?>
<Relationships xmlns="http://schemas.openxmlformats.org/package/2006/relationships"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3.xml.rels><?xml version="1.0" encoding="UTF-8" standalone="yes"?>
<Relationships xmlns="http://schemas.openxmlformats.org/package/2006/relationships"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diagrams/_rels/drawing5.xml.rels><?xml version="1.0" encoding="UTF-8" standalone="yes"?>
<Relationships xmlns="http://schemas.openxmlformats.org/package/2006/relationships"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760460-F1CE-46AD-B443-C60CB057D933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03A94DD-DC36-4EE6-9C89-B8A24D540F9D}">
      <dgm:prSet phldrT="[Texte]" phldr="0"/>
      <dgm:spPr/>
      <dgm:t>
        <a:bodyPr/>
        <a:lstStyle/>
        <a:p>
          <a:endParaRPr lang="fr-FR" dirty="0"/>
        </a:p>
      </dgm:t>
    </dgm:pt>
    <dgm:pt modelId="{A8012912-BEB4-4744-B528-5A103F142906}" type="sibTrans" cxnId="{CAB89FE8-031C-42A6-AFAB-CDEBEECBA46F}">
      <dgm:prSet/>
      <dgm:spPr>
        <a:blipFill>
          <a:blip xmlns:r="http://schemas.openxmlformats.org/officeDocument/2006/relationships" r:embed="rId1"/>
          <a:srcRect/>
          <a:stretch>
            <a:fillRect t="-4000" b="-4000"/>
          </a:stretch>
        </a:blipFill>
      </dgm:spPr>
      <dgm:t>
        <a:bodyPr/>
        <a:lstStyle/>
        <a:p>
          <a:endParaRPr lang="fr-FR"/>
        </a:p>
      </dgm:t>
    </dgm:pt>
    <dgm:pt modelId="{D3B4B1C3-A6FB-4511-97CE-C9606322A77D}" type="parTrans" cxnId="{CAB89FE8-031C-42A6-AFAB-CDEBEECBA46F}">
      <dgm:prSet/>
      <dgm:spPr/>
      <dgm:t>
        <a:bodyPr/>
        <a:lstStyle/>
        <a:p>
          <a:endParaRPr lang="fr-FR"/>
        </a:p>
      </dgm:t>
    </dgm:pt>
    <dgm:pt modelId="{A3909C61-1AF8-4917-9B91-1F752A0F6FB2}" type="pres">
      <dgm:prSet presAssocID="{B2760460-F1CE-46AD-B443-C60CB057D933}" presName="Name0" presStyleCnt="0">
        <dgm:presLayoutVars>
          <dgm:chMax val="7"/>
          <dgm:chPref val="7"/>
          <dgm:dir/>
        </dgm:presLayoutVars>
      </dgm:prSet>
      <dgm:spPr/>
    </dgm:pt>
    <dgm:pt modelId="{2B0D3CDD-52C7-4496-9548-DFDDEE66FE77}" type="pres">
      <dgm:prSet presAssocID="{B2760460-F1CE-46AD-B443-C60CB057D933}" presName="Name1" presStyleCnt="0"/>
      <dgm:spPr/>
    </dgm:pt>
    <dgm:pt modelId="{49683D54-D811-4930-9038-816E3BB10A97}" type="pres">
      <dgm:prSet presAssocID="{A8012912-BEB4-4744-B528-5A103F142906}" presName="picture_1" presStyleCnt="0"/>
      <dgm:spPr/>
    </dgm:pt>
    <dgm:pt modelId="{FFF1746D-C492-4199-9A8F-79E2F49258B0}" type="pres">
      <dgm:prSet presAssocID="{A8012912-BEB4-4744-B528-5A103F142906}" presName="pictureRepeatNode" presStyleLbl="alignImgPlace1" presStyleIdx="0" presStyleCnt="1" custScaleX="177662" custScaleY="164676" custLinFactNeighborX="-1812"/>
      <dgm:spPr/>
    </dgm:pt>
    <dgm:pt modelId="{BF4E2954-FF43-4900-A7CF-EFFBBC29206C}" type="pres">
      <dgm:prSet presAssocID="{A03A94DD-DC36-4EE6-9C89-B8A24D540F9D}" presName="text_1" presStyleLbl="node1" presStyleIdx="0" presStyleCnt="0" custLinFactY="14282" custLinFactNeighborX="-3955" custLinFactNeighborY="100000">
        <dgm:presLayoutVars>
          <dgm:bulletEnabled val="1"/>
        </dgm:presLayoutVars>
      </dgm:prSet>
      <dgm:spPr/>
    </dgm:pt>
  </dgm:ptLst>
  <dgm:cxnLst>
    <dgm:cxn modelId="{896D563F-82F9-4E3D-B480-8B60C2E6DCF2}" type="presOf" srcId="{B2760460-F1CE-46AD-B443-C60CB057D933}" destId="{A3909C61-1AF8-4917-9B91-1F752A0F6FB2}" srcOrd="0" destOrd="0" presId="urn:microsoft.com/office/officeart/2008/layout/CircularPictureCallout"/>
    <dgm:cxn modelId="{192D1D68-B22D-4C1F-87C8-E6854C13957C}" type="presOf" srcId="{A03A94DD-DC36-4EE6-9C89-B8A24D540F9D}" destId="{BF4E2954-FF43-4900-A7CF-EFFBBC29206C}" srcOrd="0" destOrd="0" presId="urn:microsoft.com/office/officeart/2008/layout/CircularPictureCallout"/>
    <dgm:cxn modelId="{CAB89FE8-031C-42A6-AFAB-CDEBEECBA46F}" srcId="{B2760460-F1CE-46AD-B443-C60CB057D933}" destId="{A03A94DD-DC36-4EE6-9C89-B8A24D540F9D}" srcOrd="0" destOrd="0" parTransId="{D3B4B1C3-A6FB-4511-97CE-C9606322A77D}" sibTransId="{A8012912-BEB4-4744-B528-5A103F142906}"/>
    <dgm:cxn modelId="{6C6B11F1-722E-4CE8-AA8C-71F52737FA55}" type="presOf" srcId="{A8012912-BEB4-4744-B528-5A103F142906}" destId="{FFF1746D-C492-4199-9A8F-79E2F49258B0}" srcOrd="0" destOrd="0" presId="urn:microsoft.com/office/officeart/2008/layout/CircularPictureCallout"/>
    <dgm:cxn modelId="{17B467F5-3C4B-4FE2-8130-733A472719B6}" type="presParOf" srcId="{A3909C61-1AF8-4917-9B91-1F752A0F6FB2}" destId="{2B0D3CDD-52C7-4496-9548-DFDDEE66FE77}" srcOrd="0" destOrd="0" presId="urn:microsoft.com/office/officeart/2008/layout/CircularPictureCallout"/>
    <dgm:cxn modelId="{255A7916-72E8-41FD-97B7-5672A0D7FC11}" type="presParOf" srcId="{2B0D3CDD-52C7-4496-9548-DFDDEE66FE77}" destId="{49683D54-D811-4930-9038-816E3BB10A97}" srcOrd="0" destOrd="0" presId="urn:microsoft.com/office/officeart/2008/layout/CircularPictureCallout"/>
    <dgm:cxn modelId="{21F56A69-E8BF-46B9-852E-1E6E3C86AFF4}" type="presParOf" srcId="{49683D54-D811-4930-9038-816E3BB10A97}" destId="{FFF1746D-C492-4199-9A8F-79E2F49258B0}" srcOrd="0" destOrd="0" presId="urn:microsoft.com/office/officeart/2008/layout/CircularPictureCallout"/>
    <dgm:cxn modelId="{4C3D52A3-CABA-4D85-B0B0-112E66E467D6}" type="presParOf" srcId="{2B0D3CDD-52C7-4496-9548-DFDDEE66FE77}" destId="{BF4E2954-FF43-4900-A7CF-EFFBBC29206C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760460-F1CE-46AD-B443-C60CB057D933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03A94DD-DC36-4EE6-9C89-B8A24D540F9D}">
      <dgm:prSet phldrT="[Texte]" phldr="0"/>
      <dgm:spPr/>
      <dgm:t>
        <a:bodyPr/>
        <a:lstStyle/>
        <a:p>
          <a:endParaRPr lang="fr-FR" dirty="0"/>
        </a:p>
      </dgm:t>
    </dgm:pt>
    <dgm:pt modelId="{A8012912-BEB4-4744-B528-5A103F142906}" type="sibTrans" cxnId="{CAB89FE8-031C-42A6-AFAB-CDEBEECBA46F}">
      <dgm:prSet/>
      <dgm:spPr>
        <a:blipFill>
          <a:blip xmlns:r="http://schemas.openxmlformats.org/officeDocument/2006/relationships" r:embed="rId1"/>
          <a:srcRect/>
          <a:stretch>
            <a:fillRect t="-4000" b="-4000"/>
          </a:stretch>
        </a:blipFill>
      </dgm:spPr>
      <dgm:t>
        <a:bodyPr/>
        <a:lstStyle/>
        <a:p>
          <a:endParaRPr lang="fr-FR"/>
        </a:p>
      </dgm:t>
    </dgm:pt>
    <dgm:pt modelId="{D3B4B1C3-A6FB-4511-97CE-C9606322A77D}" type="parTrans" cxnId="{CAB89FE8-031C-42A6-AFAB-CDEBEECBA46F}">
      <dgm:prSet/>
      <dgm:spPr/>
      <dgm:t>
        <a:bodyPr/>
        <a:lstStyle/>
        <a:p>
          <a:endParaRPr lang="fr-FR"/>
        </a:p>
      </dgm:t>
    </dgm:pt>
    <dgm:pt modelId="{A3909C61-1AF8-4917-9B91-1F752A0F6FB2}" type="pres">
      <dgm:prSet presAssocID="{B2760460-F1CE-46AD-B443-C60CB057D933}" presName="Name0" presStyleCnt="0">
        <dgm:presLayoutVars>
          <dgm:chMax val="7"/>
          <dgm:chPref val="7"/>
          <dgm:dir/>
        </dgm:presLayoutVars>
      </dgm:prSet>
      <dgm:spPr/>
    </dgm:pt>
    <dgm:pt modelId="{2B0D3CDD-52C7-4496-9548-DFDDEE66FE77}" type="pres">
      <dgm:prSet presAssocID="{B2760460-F1CE-46AD-B443-C60CB057D933}" presName="Name1" presStyleCnt="0"/>
      <dgm:spPr/>
    </dgm:pt>
    <dgm:pt modelId="{49683D54-D811-4930-9038-816E3BB10A97}" type="pres">
      <dgm:prSet presAssocID="{A8012912-BEB4-4744-B528-5A103F142906}" presName="picture_1" presStyleCnt="0"/>
      <dgm:spPr/>
    </dgm:pt>
    <dgm:pt modelId="{FFF1746D-C492-4199-9A8F-79E2F49258B0}" type="pres">
      <dgm:prSet presAssocID="{A8012912-BEB4-4744-B528-5A103F142906}" presName="pictureRepeatNode" presStyleLbl="alignImgPlace1" presStyleIdx="0" presStyleCnt="1" custScaleX="177662" custScaleY="164676" custLinFactNeighborX="12947" custLinFactNeighborY="-27869"/>
      <dgm:spPr/>
    </dgm:pt>
    <dgm:pt modelId="{BF4E2954-FF43-4900-A7CF-EFFBBC29206C}" type="pres">
      <dgm:prSet presAssocID="{A03A94DD-DC36-4EE6-9C89-B8A24D540F9D}" presName="text_1" presStyleLbl="node1" presStyleIdx="0" presStyleCnt="0" custLinFactY="14282" custLinFactNeighborX="-3955" custLinFactNeighborY="100000">
        <dgm:presLayoutVars>
          <dgm:bulletEnabled val="1"/>
        </dgm:presLayoutVars>
      </dgm:prSet>
      <dgm:spPr/>
    </dgm:pt>
  </dgm:ptLst>
  <dgm:cxnLst>
    <dgm:cxn modelId="{896D563F-82F9-4E3D-B480-8B60C2E6DCF2}" type="presOf" srcId="{B2760460-F1CE-46AD-B443-C60CB057D933}" destId="{A3909C61-1AF8-4917-9B91-1F752A0F6FB2}" srcOrd="0" destOrd="0" presId="urn:microsoft.com/office/officeart/2008/layout/CircularPictureCallout"/>
    <dgm:cxn modelId="{192D1D68-B22D-4C1F-87C8-E6854C13957C}" type="presOf" srcId="{A03A94DD-DC36-4EE6-9C89-B8A24D540F9D}" destId="{BF4E2954-FF43-4900-A7CF-EFFBBC29206C}" srcOrd="0" destOrd="0" presId="urn:microsoft.com/office/officeart/2008/layout/CircularPictureCallout"/>
    <dgm:cxn modelId="{CAB89FE8-031C-42A6-AFAB-CDEBEECBA46F}" srcId="{B2760460-F1CE-46AD-B443-C60CB057D933}" destId="{A03A94DD-DC36-4EE6-9C89-B8A24D540F9D}" srcOrd="0" destOrd="0" parTransId="{D3B4B1C3-A6FB-4511-97CE-C9606322A77D}" sibTransId="{A8012912-BEB4-4744-B528-5A103F142906}"/>
    <dgm:cxn modelId="{6C6B11F1-722E-4CE8-AA8C-71F52737FA55}" type="presOf" srcId="{A8012912-BEB4-4744-B528-5A103F142906}" destId="{FFF1746D-C492-4199-9A8F-79E2F49258B0}" srcOrd="0" destOrd="0" presId="urn:microsoft.com/office/officeart/2008/layout/CircularPictureCallout"/>
    <dgm:cxn modelId="{17B467F5-3C4B-4FE2-8130-733A472719B6}" type="presParOf" srcId="{A3909C61-1AF8-4917-9B91-1F752A0F6FB2}" destId="{2B0D3CDD-52C7-4496-9548-DFDDEE66FE77}" srcOrd="0" destOrd="0" presId="urn:microsoft.com/office/officeart/2008/layout/CircularPictureCallout"/>
    <dgm:cxn modelId="{255A7916-72E8-41FD-97B7-5672A0D7FC11}" type="presParOf" srcId="{2B0D3CDD-52C7-4496-9548-DFDDEE66FE77}" destId="{49683D54-D811-4930-9038-816E3BB10A97}" srcOrd="0" destOrd="0" presId="urn:microsoft.com/office/officeart/2008/layout/CircularPictureCallout"/>
    <dgm:cxn modelId="{21F56A69-E8BF-46B9-852E-1E6E3C86AFF4}" type="presParOf" srcId="{49683D54-D811-4930-9038-816E3BB10A97}" destId="{FFF1746D-C492-4199-9A8F-79E2F49258B0}" srcOrd="0" destOrd="0" presId="urn:microsoft.com/office/officeart/2008/layout/CircularPictureCallout"/>
    <dgm:cxn modelId="{4C3D52A3-CABA-4D85-B0B0-112E66E467D6}" type="presParOf" srcId="{2B0D3CDD-52C7-4496-9548-DFDDEE66FE77}" destId="{BF4E2954-FF43-4900-A7CF-EFFBBC29206C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9AF2BF-FD27-485C-B95C-A48978BA9B30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670C43D9-583D-422A-B7F6-0F2283F52EE1}">
      <dgm:prSet phldrT="[Texte]" phldr="0"/>
      <dgm:spPr/>
      <dgm:t>
        <a:bodyPr/>
        <a:lstStyle/>
        <a:p>
          <a:r>
            <a:rPr lang="fr-FR" dirty="0"/>
            <a:t> </a:t>
          </a:r>
        </a:p>
      </dgm:t>
    </dgm:pt>
    <dgm:pt modelId="{945E8F6D-7358-480C-B01F-0322716F0AA9}" type="parTrans" cxnId="{FBD208D8-D5DA-4FA5-A558-891EF527C995}">
      <dgm:prSet/>
      <dgm:spPr/>
      <dgm:t>
        <a:bodyPr/>
        <a:lstStyle/>
        <a:p>
          <a:endParaRPr lang="fr-FR"/>
        </a:p>
      </dgm:t>
    </dgm:pt>
    <dgm:pt modelId="{79487437-ACFB-4104-A2DF-8AF3F8AD5AAF}" type="sibTrans" cxnId="{FBD208D8-D5DA-4FA5-A558-891EF527C995}">
      <dgm:prSet/>
      <dgm:spPr>
        <a:blipFill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6102" r="83898">
                        <a14:foregroundMark x1="48945" y1="23849" x2="26793" y2="54393"/>
                        <a14:foregroundMark x1="26793" y1="54393" x2="27004" y2="57322"/>
                        <a14:foregroundMark x1="57806" y1="32427" x2="60970" y2="32008"/>
                      </a14:backgroundRemoval>
                    </a14:imgEffect>
                  </a14:imgLayer>
                </a14:imgProps>
              </a:ext>
            </a:extLst>
          </a:blip>
          <a:srcRect/>
          <a:stretch>
            <a:fillRect l="-9000" r="-9000"/>
          </a:stretch>
        </a:blipFill>
      </dgm:spPr>
      <dgm:t>
        <a:bodyPr/>
        <a:lstStyle/>
        <a:p>
          <a:endParaRPr lang="fr-FR"/>
        </a:p>
      </dgm:t>
    </dgm:pt>
    <dgm:pt modelId="{9ACEC626-E2F1-410A-941F-EF8EAF03602C}" type="pres">
      <dgm:prSet presAssocID="{1F9AF2BF-FD27-485C-B95C-A48978BA9B30}" presName="Name0" presStyleCnt="0">
        <dgm:presLayoutVars>
          <dgm:chMax val="7"/>
          <dgm:chPref val="7"/>
          <dgm:dir/>
        </dgm:presLayoutVars>
      </dgm:prSet>
      <dgm:spPr/>
    </dgm:pt>
    <dgm:pt modelId="{157D0F7C-3255-4684-9317-24ACC7E3EB45}" type="pres">
      <dgm:prSet presAssocID="{1F9AF2BF-FD27-485C-B95C-A48978BA9B30}" presName="Name1" presStyleCnt="0"/>
      <dgm:spPr/>
    </dgm:pt>
    <dgm:pt modelId="{B2E1F997-ECD6-47C9-97E8-94FB8DE7E6AC}" type="pres">
      <dgm:prSet presAssocID="{79487437-ACFB-4104-A2DF-8AF3F8AD5AAF}" presName="picture_1" presStyleCnt="0"/>
      <dgm:spPr/>
    </dgm:pt>
    <dgm:pt modelId="{391D75AA-01F9-4121-992A-BB25CF552BC1}" type="pres">
      <dgm:prSet presAssocID="{79487437-ACFB-4104-A2DF-8AF3F8AD5AAF}" presName="pictureRepeatNode" presStyleLbl="alignImgPlace1" presStyleIdx="0" presStyleCnt="1" custScaleX="200000" custScaleY="239617" custLinFactNeighborX="-969" custLinFactNeighborY="3184"/>
      <dgm:spPr/>
    </dgm:pt>
    <dgm:pt modelId="{48FE4ED5-5AF0-4A45-9006-0C212E9537B9}" type="pres">
      <dgm:prSet presAssocID="{670C43D9-583D-422A-B7F6-0F2283F52EE1}" presName="text_1" presStyleLbl="node1" presStyleIdx="0" presStyleCnt="0">
        <dgm:presLayoutVars>
          <dgm:bulletEnabled val="1"/>
        </dgm:presLayoutVars>
      </dgm:prSet>
      <dgm:spPr/>
    </dgm:pt>
  </dgm:ptLst>
  <dgm:cxnLst>
    <dgm:cxn modelId="{2BA6415A-CEDB-47E9-BA6D-218DD0AD8EA2}" type="presOf" srcId="{1F9AF2BF-FD27-485C-B95C-A48978BA9B30}" destId="{9ACEC626-E2F1-410A-941F-EF8EAF03602C}" srcOrd="0" destOrd="0" presId="urn:microsoft.com/office/officeart/2008/layout/CircularPictureCallout"/>
    <dgm:cxn modelId="{AB897CA2-487C-4B48-B300-C08656EA12CC}" type="presOf" srcId="{670C43D9-583D-422A-B7F6-0F2283F52EE1}" destId="{48FE4ED5-5AF0-4A45-9006-0C212E9537B9}" srcOrd="0" destOrd="0" presId="urn:microsoft.com/office/officeart/2008/layout/CircularPictureCallout"/>
    <dgm:cxn modelId="{552676C0-E8DE-4596-A1A9-1D1A8E9B6BE5}" type="presOf" srcId="{79487437-ACFB-4104-A2DF-8AF3F8AD5AAF}" destId="{391D75AA-01F9-4121-992A-BB25CF552BC1}" srcOrd="0" destOrd="0" presId="urn:microsoft.com/office/officeart/2008/layout/CircularPictureCallout"/>
    <dgm:cxn modelId="{FBD208D8-D5DA-4FA5-A558-891EF527C995}" srcId="{1F9AF2BF-FD27-485C-B95C-A48978BA9B30}" destId="{670C43D9-583D-422A-B7F6-0F2283F52EE1}" srcOrd="0" destOrd="0" parTransId="{945E8F6D-7358-480C-B01F-0322716F0AA9}" sibTransId="{79487437-ACFB-4104-A2DF-8AF3F8AD5AAF}"/>
    <dgm:cxn modelId="{7F39C414-6A3D-4556-93F7-2F067E97C49E}" type="presParOf" srcId="{9ACEC626-E2F1-410A-941F-EF8EAF03602C}" destId="{157D0F7C-3255-4684-9317-24ACC7E3EB45}" srcOrd="0" destOrd="0" presId="urn:microsoft.com/office/officeart/2008/layout/CircularPictureCallout"/>
    <dgm:cxn modelId="{EACF49E2-71ED-4CE5-A931-B202F0F8810F}" type="presParOf" srcId="{157D0F7C-3255-4684-9317-24ACC7E3EB45}" destId="{B2E1F997-ECD6-47C9-97E8-94FB8DE7E6AC}" srcOrd="0" destOrd="0" presId="urn:microsoft.com/office/officeart/2008/layout/CircularPictureCallout"/>
    <dgm:cxn modelId="{B1C36A6D-D5C1-4274-925D-8CD0A77F7410}" type="presParOf" srcId="{B2E1F997-ECD6-47C9-97E8-94FB8DE7E6AC}" destId="{391D75AA-01F9-4121-992A-BB25CF552BC1}" srcOrd="0" destOrd="0" presId="urn:microsoft.com/office/officeart/2008/layout/CircularPictureCallout"/>
    <dgm:cxn modelId="{8258D4BF-8073-4125-8426-822D6ACEBD8B}" type="presParOf" srcId="{157D0F7C-3255-4684-9317-24ACC7E3EB45}" destId="{48FE4ED5-5AF0-4A45-9006-0C212E9537B9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7E6638-EAF6-4ECF-93C7-1C357C0EB705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F9AF1F6-A242-4ED4-BD8A-2EEC82B94369}">
      <dgm:prSet phldrT="[Texte]" phldr="0" custT="1"/>
      <dgm:spPr/>
      <dgm:t>
        <a:bodyPr/>
        <a:lstStyle/>
        <a:p>
          <a:r>
            <a:rPr lang="fr-FR" sz="2000" dirty="0"/>
            <a:t>Données brutes</a:t>
          </a:r>
        </a:p>
      </dgm:t>
    </dgm:pt>
    <dgm:pt modelId="{C2D992F5-DD24-4B9A-904C-04F2F4FE6070}" type="parTrans" cxnId="{55C81B34-4127-4B2D-868E-D123D40A574B}">
      <dgm:prSet/>
      <dgm:spPr/>
      <dgm:t>
        <a:bodyPr/>
        <a:lstStyle/>
        <a:p>
          <a:endParaRPr lang="fr-FR"/>
        </a:p>
      </dgm:t>
    </dgm:pt>
    <dgm:pt modelId="{AA67B6E0-5C3A-4AC7-B92E-58B1806EEFC1}" type="sibTrans" cxnId="{55C81B34-4127-4B2D-868E-D123D40A574B}">
      <dgm:prSet/>
      <dgm:spPr>
        <a:solidFill>
          <a:schemeClr val="accent2"/>
        </a:solidFill>
      </dgm:spPr>
      <dgm:t>
        <a:bodyPr/>
        <a:lstStyle/>
        <a:p>
          <a:endParaRPr lang="fr-FR"/>
        </a:p>
      </dgm:t>
    </dgm:pt>
    <dgm:pt modelId="{A50624B5-84E3-468F-A431-8C9815FDADAE}">
      <dgm:prSet phldrT="[Texte]"/>
      <dgm:spPr/>
      <dgm:t>
        <a:bodyPr/>
        <a:lstStyle/>
        <a:p>
          <a:pPr>
            <a:buNone/>
          </a:pPr>
          <a:r>
            <a:rPr lang="fr-FR" dirty="0"/>
            <a:t>Exploration (Pandas/</a:t>
          </a:r>
          <a:r>
            <a:rPr lang="fr-FR" dirty="0" err="1"/>
            <a:t>Seaborn</a:t>
          </a:r>
          <a:r>
            <a:rPr lang="fr-FR" dirty="0"/>
            <a:t>) </a:t>
          </a:r>
        </a:p>
      </dgm:t>
    </dgm:pt>
    <dgm:pt modelId="{D84C1C2B-4C2C-4985-9D7F-8B82A0B3ABA5}" type="parTrans" cxnId="{36BC806D-07DD-45BB-82B3-B8CFD48E3379}">
      <dgm:prSet/>
      <dgm:spPr/>
      <dgm:t>
        <a:bodyPr/>
        <a:lstStyle/>
        <a:p>
          <a:endParaRPr lang="fr-FR"/>
        </a:p>
      </dgm:t>
    </dgm:pt>
    <dgm:pt modelId="{A598CB30-36A8-40F1-B077-D008EF2144C5}" type="sibTrans" cxnId="{36BC806D-07DD-45BB-82B3-B8CFD48E3379}">
      <dgm:prSet/>
      <dgm:spPr>
        <a:solidFill>
          <a:schemeClr val="accent2"/>
        </a:solidFill>
      </dgm:spPr>
      <dgm:t>
        <a:bodyPr/>
        <a:lstStyle/>
        <a:p>
          <a:endParaRPr lang="fr-FR"/>
        </a:p>
      </dgm:t>
    </dgm:pt>
    <dgm:pt modelId="{0D217150-88F7-4FEB-B6F9-948FF5022452}">
      <dgm:prSet phldrT="[Texte]"/>
      <dgm:spPr/>
      <dgm:t>
        <a:bodyPr/>
        <a:lstStyle/>
        <a:p>
          <a:pPr>
            <a:buNone/>
          </a:pPr>
          <a:r>
            <a:rPr lang="fr-FR" dirty="0"/>
            <a:t>Prétraitement (Pandas/</a:t>
          </a:r>
          <a:r>
            <a:rPr lang="fr-FR" dirty="0" err="1"/>
            <a:t>scikit-learn</a:t>
          </a:r>
          <a:r>
            <a:rPr lang="fr-FR" dirty="0"/>
            <a:t>) </a:t>
          </a:r>
        </a:p>
      </dgm:t>
    </dgm:pt>
    <dgm:pt modelId="{D9BDD9C9-FB23-486C-A23B-47B492AF0205}" type="parTrans" cxnId="{A6FDBE36-4E84-4C6E-8437-4C25C0CDEE4B}">
      <dgm:prSet/>
      <dgm:spPr/>
      <dgm:t>
        <a:bodyPr/>
        <a:lstStyle/>
        <a:p>
          <a:endParaRPr lang="fr-FR"/>
        </a:p>
      </dgm:t>
    </dgm:pt>
    <dgm:pt modelId="{E25D67D6-25CE-478B-8EE6-5729DC5AF937}" type="sibTrans" cxnId="{A6FDBE36-4E84-4C6E-8437-4C25C0CDEE4B}">
      <dgm:prSet/>
      <dgm:spPr>
        <a:solidFill>
          <a:schemeClr val="accent2"/>
        </a:solidFill>
      </dgm:spPr>
      <dgm:t>
        <a:bodyPr/>
        <a:lstStyle/>
        <a:p>
          <a:endParaRPr lang="fr-FR"/>
        </a:p>
      </dgm:t>
    </dgm:pt>
    <dgm:pt modelId="{C5D946D0-B75F-45DB-A227-59F8B37015B4}">
      <dgm:prSet phldrT="[Texte]"/>
      <dgm:spPr/>
      <dgm:t>
        <a:bodyPr/>
        <a:lstStyle/>
        <a:p>
          <a:pPr>
            <a:buNone/>
          </a:pPr>
          <a:r>
            <a:rPr lang="fr-FR" dirty="0"/>
            <a:t>Modélisation (</a:t>
          </a:r>
          <a:r>
            <a:rPr lang="fr-FR" dirty="0" err="1"/>
            <a:t>Keras</a:t>
          </a:r>
          <a:r>
            <a:rPr lang="fr-FR" dirty="0"/>
            <a:t>/</a:t>
          </a:r>
          <a:r>
            <a:rPr lang="fr-FR" dirty="0" err="1"/>
            <a:t>PyTorch</a:t>
          </a:r>
          <a:r>
            <a:rPr lang="fr-FR" dirty="0"/>
            <a:t>) </a:t>
          </a:r>
        </a:p>
      </dgm:t>
    </dgm:pt>
    <dgm:pt modelId="{75398284-6E90-421D-9980-906E685D295D}" type="parTrans" cxnId="{0EFFF3C0-FE35-4710-93A9-CF1B94B1F75B}">
      <dgm:prSet/>
      <dgm:spPr/>
      <dgm:t>
        <a:bodyPr/>
        <a:lstStyle/>
        <a:p>
          <a:endParaRPr lang="fr-FR"/>
        </a:p>
      </dgm:t>
    </dgm:pt>
    <dgm:pt modelId="{57D5A5A8-D4D5-4DB0-9ACE-C0E9966C7DBC}" type="sibTrans" cxnId="{0EFFF3C0-FE35-4710-93A9-CF1B94B1F75B}">
      <dgm:prSet/>
      <dgm:spPr>
        <a:solidFill>
          <a:schemeClr val="accent2"/>
        </a:solidFill>
      </dgm:spPr>
      <dgm:t>
        <a:bodyPr/>
        <a:lstStyle/>
        <a:p>
          <a:endParaRPr lang="fr-FR"/>
        </a:p>
      </dgm:t>
    </dgm:pt>
    <dgm:pt modelId="{490DA4D3-551F-41EC-A980-6F208D4D7EE5}">
      <dgm:prSet phldrT="[Texte]"/>
      <dgm:spPr/>
      <dgm:t>
        <a:bodyPr/>
        <a:lstStyle/>
        <a:p>
          <a:pPr>
            <a:buNone/>
          </a:pPr>
          <a:r>
            <a:rPr lang="fr-FR" dirty="0"/>
            <a:t>Évaluation</a:t>
          </a:r>
        </a:p>
      </dgm:t>
    </dgm:pt>
    <dgm:pt modelId="{88AD481C-586F-494E-B9F8-21405E156BD4}" type="parTrans" cxnId="{5D9743BF-93E9-43C7-BA44-B1913CF0593B}">
      <dgm:prSet/>
      <dgm:spPr/>
      <dgm:t>
        <a:bodyPr/>
        <a:lstStyle/>
        <a:p>
          <a:endParaRPr lang="fr-FR"/>
        </a:p>
      </dgm:t>
    </dgm:pt>
    <dgm:pt modelId="{42229794-3625-4037-A25F-217D9A6AF7D8}" type="sibTrans" cxnId="{5D9743BF-93E9-43C7-BA44-B1913CF0593B}">
      <dgm:prSet/>
      <dgm:spPr>
        <a:solidFill>
          <a:schemeClr val="accent2"/>
        </a:solidFill>
      </dgm:spPr>
      <dgm:t>
        <a:bodyPr/>
        <a:lstStyle/>
        <a:p>
          <a:endParaRPr lang="fr-FR"/>
        </a:p>
      </dgm:t>
    </dgm:pt>
    <dgm:pt modelId="{240A2EE1-8011-4C83-83B7-BFE9E309C2F0}">
      <dgm:prSet phldrT="[Texte]"/>
      <dgm:spPr/>
      <dgm:t>
        <a:bodyPr/>
        <a:lstStyle/>
        <a:p>
          <a:pPr>
            <a:buNone/>
          </a:pPr>
          <a:r>
            <a:rPr lang="fr-FR"/>
            <a:t>Déploiement</a:t>
          </a:r>
          <a:endParaRPr lang="fr-FR" dirty="0"/>
        </a:p>
      </dgm:t>
    </dgm:pt>
    <dgm:pt modelId="{ABB121D9-06DE-4705-AECB-C4E560F03370}" type="parTrans" cxnId="{363AE8A7-0FF1-45D2-BB9B-9895D92DF519}">
      <dgm:prSet/>
      <dgm:spPr/>
      <dgm:t>
        <a:bodyPr/>
        <a:lstStyle/>
        <a:p>
          <a:endParaRPr lang="fr-FR"/>
        </a:p>
      </dgm:t>
    </dgm:pt>
    <dgm:pt modelId="{05DF8E30-76AB-4386-9064-A245F6FE54F6}" type="sibTrans" cxnId="{363AE8A7-0FF1-45D2-BB9B-9895D92DF519}">
      <dgm:prSet/>
      <dgm:spPr/>
      <dgm:t>
        <a:bodyPr/>
        <a:lstStyle/>
        <a:p>
          <a:endParaRPr lang="fr-FR"/>
        </a:p>
      </dgm:t>
    </dgm:pt>
    <dgm:pt modelId="{DE422165-B492-412F-9C3D-BEFF829361EC}" type="pres">
      <dgm:prSet presAssocID="{827E6638-EAF6-4ECF-93C7-1C357C0EB705}" presName="diagram" presStyleCnt="0">
        <dgm:presLayoutVars>
          <dgm:dir/>
          <dgm:resizeHandles val="exact"/>
        </dgm:presLayoutVars>
      </dgm:prSet>
      <dgm:spPr/>
    </dgm:pt>
    <dgm:pt modelId="{045145A7-6190-49A0-AA0F-AD26E91014B6}" type="pres">
      <dgm:prSet presAssocID="{3F9AF1F6-A242-4ED4-BD8A-2EEC82B94369}" presName="node" presStyleLbl="node1" presStyleIdx="0" presStyleCnt="6" custLinFactNeighborY="2147">
        <dgm:presLayoutVars>
          <dgm:bulletEnabled val="1"/>
        </dgm:presLayoutVars>
      </dgm:prSet>
      <dgm:spPr/>
    </dgm:pt>
    <dgm:pt modelId="{C46C3CA4-BFAA-4E8E-9BE8-6CE7616E4798}" type="pres">
      <dgm:prSet presAssocID="{AA67B6E0-5C3A-4AC7-B92E-58B1806EEFC1}" presName="sibTrans" presStyleLbl="sibTrans2D1" presStyleIdx="0" presStyleCnt="5"/>
      <dgm:spPr/>
    </dgm:pt>
    <dgm:pt modelId="{7819AA56-9411-4BFF-A74F-D51758603150}" type="pres">
      <dgm:prSet presAssocID="{AA67B6E0-5C3A-4AC7-B92E-58B1806EEFC1}" presName="connectorText" presStyleLbl="sibTrans2D1" presStyleIdx="0" presStyleCnt="5"/>
      <dgm:spPr/>
    </dgm:pt>
    <dgm:pt modelId="{BED52775-D230-4F8C-9F85-A8A61292DE55}" type="pres">
      <dgm:prSet presAssocID="{A50624B5-84E3-468F-A431-8C9815FDADAE}" presName="node" presStyleLbl="node1" presStyleIdx="1" presStyleCnt="6">
        <dgm:presLayoutVars>
          <dgm:bulletEnabled val="1"/>
        </dgm:presLayoutVars>
      </dgm:prSet>
      <dgm:spPr/>
    </dgm:pt>
    <dgm:pt modelId="{192406DF-8692-4E85-8158-50B8AFB84CB2}" type="pres">
      <dgm:prSet presAssocID="{A598CB30-36A8-40F1-B077-D008EF2144C5}" presName="sibTrans" presStyleLbl="sibTrans2D1" presStyleIdx="1" presStyleCnt="5"/>
      <dgm:spPr/>
    </dgm:pt>
    <dgm:pt modelId="{75E9D1AD-17DA-4125-ACB0-9747F165DE85}" type="pres">
      <dgm:prSet presAssocID="{A598CB30-36A8-40F1-B077-D008EF2144C5}" presName="connectorText" presStyleLbl="sibTrans2D1" presStyleIdx="1" presStyleCnt="5"/>
      <dgm:spPr/>
    </dgm:pt>
    <dgm:pt modelId="{FA884DC3-4012-4468-B7FC-F3C1DDBA95D6}" type="pres">
      <dgm:prSet presAssocID="{0D217150-88F7-4FEB-B6F9-948FF5022452}" presName="node" presStyleLbl="node1" presStyleIdx="2" presStyleCnt="6">
        <dgm:presLayoutVars>
          <dgm:bulletEnabled val="1"/>
        </dgm:presLayoutVars>
      </dgm:prSet>
      <dgm:spPr/>
    </dgm:pt>
    <dgm:pt modelId="{D28CCFE6-F665-49FC-8807-758DBBFECBE2}" type="pres">
      <dgm:prSet presAssocID="{E25D67D6-25CE-478B-8EE6-5729DC5AF937}" presName="sibTrans" presStyleLbl="sibTrans2D1" presStyleIdx="2" presStyleCnt="5"/>
      <dgm:spPr/>
    </dgm:pt>
    <dgm:pt modelId="{2E8C2E72-EA2D-473E-8BF5-CA5893AF526B}" type="pres">
      <dgm:prSet presAssocID="{E25D67D6-25CE-478B-8EE6-5729DC5AF937}" presName="connectorText" presStyleLbl="sibTrans2D1" presStyleIdx="2" presStyleCnt="5"/>
      <dgm:spPr/>
    </dgm:pt>
    <dgm:pt modelId="{E42E6A9B-1A25-4417-801F-CF993B646374}" type="pres">
      <dgm:prSet presAssocID="{C5D946D0-B75F-45DB-A227-59F8B37015B4}" presName="node" presStyleLbl="node1" presStyleIdx="3" presStyleCnt="6">
        <dgm:presLayoutVars>
          <dgm:bulletEnabled val="1"/>
        </dgm:presLayoutVars>
      </dgm:prSet>
      <dgm:spPr/>
    </dgm:pt>
    <dgm:pt modelId="{204EFCAF-9652-4510-8C9D-B7A2D8D0A6FF}" type="pres">
      <dgm:prSet presAssocID="{57D5A5A8-D4D5-4DB0-9ACE-C0E9966C7DBC}" presName="sibTrans" presStyleLbl="sibTrans2D1" presStyleIdx="3" presStyleCnt="5"/>
      <dgm:spPr/>
    </dgm:pt>
    <dgm:pt modelId="{12DE8F12-7D01-43EC-A600-08F410DE26E1}" type="pres">
      <dgm:prSet presAssocID="{57D5A5A8-D4D5-4DB0-9ACE-C0E9966C7DBC}" presName="connectorText" presStyleLbl="sibTrans2D1" presStyleIdx="3" presStyleCnt="5"/>
      <dgm:spPr/>
    </dgm:pt>
    <dgm:pt modelId="{1EF21EA8-DA23-46DB-ACA3-78ACA61ABE99}" type="pres">
      <dgm:prSet presAssocID="{490DA4D3-551F-41EC-A980-6F208D4D7EE5}" presName="node" presStyleLbl="node1" presStyleIdx="4" presStyleCnt="6">
        <dgm:presLayoutVars>
          <dgm:bulletEnabled val="1"/>
        </dgm:presLayoutVars>
      </dgm:prSet>
      <dgm:spPr/>
    </dgm:pt>
    <dgm:pt modelId="{F7EEDEB3-04FC-4D9D-B7B7-B3A374A09112}" type="pres">
      <dgm:prSet presAssocID="{42229794-3625-4037-A25F-217D9A6AF7D8}" presName="sibTrans" presStyleLbl="sibTrans2D1" presStyleIdx="4" presStyleCnt="5"/>
      <dgm:spPr/>
    </dgm:pt>
    <dgm:pt modelId="{8E62441C-13C2-4F8E-B93B-060E6CAB8A87}" type="pres">
      <dgm:prSet presAssocID="{42229794-3625-4037-A25F-217D9A6AF7D8}" presName="connectorText" presStyleLbl="sibTrans2D1" presStyleIdx="4" presStyleCnt="5"/>
      <dgm:spPr/>
    </dgm:pt>
    <dgm:pt modelId="{251DD5AA-415D-41AD-8CB6-61BA11EE752C}" type="pres">
      <dgm:prSet presAssocID="{240A2EE1-8011-4C83-83B7-BFE9E309C2F0}" presName="node" presStyleLbl="node1" presStyleIdx="5" presStyleCnt="6">
        <dgm:presLayoutVars>
          <dgm:bulletEnabled val="1"/>
        </dgm:presLayoutVars>
      </dgm:prSet>
      <dgm:spPr/>
    </dgm:pt>
  </dgm:ptLst>
  <dgm:cxnLst>
    <dgm:cxn modelId="{97D67B05-A0E7-4D0C-8136-C349C0E1CCE1}" type="presOf" srcId="{E25D67D6-25CE-478B-8EE6-5729DC5AF937}" destId="{2E8C2E72-EA2D-473E-8BF5-CA5893AF526B}" srcOrd="1" destOrd="0" presId="urn:microsoft.com/office/officeart/2005/8/layout/process5"/>
    <dgm:cxn modelId="{855D9421-6D0C-4E02-83C2-AA064706B567}" type="presOf" srcId="{A598CB30-36A8-40F1-B077-D008EF2144C5}" destId="{75E9D1AD-17DA-4125-ACB0-9747F165DE85}" srcOrd="1" destOrd="0" presId="urn:microsoft.com/office/officeart/2005/8/layout/process5"/>
    <dgm:cxn modelId="{D4B53D23-B0A6-42F0-AFA3-1AA92A2423D5}" type="presOf" srcId="{A50624B5-84E3-468F-A431-8C9815FDADAE}" destId="{BED52775-D230-4F8C-9F85-A8A61292DE55}" srcOrd="0" destOrd="0" presId="urn:microsoft.com/office/officeart/2005/8/layout/process5"/>
    <dgm:cxn modelId="{9CADD02C-61D4-40F0-924D-A8B7467E01CE}" type="presOf" srcId="{42229794-3625-4037-A25F-217D9A6AF7D8}" destId="{F7EEDEB3-04FC-4D9D-B7B7-B3A374A09112}" srcOrd="0" destOrd="0" presId="urn:microsoft.com/office/officeart/2005/8/layout/process5"/>
    <dgm:cxn modelId="{BC24272D-1019-4C72-822E-D980F62A1781}" type="presOf" srcId="{0D217150-88F7-4FEB-B6F9-948FF5022452}" destId="{FA884DC3-4012-4468-B7FC-F3C1DDBA95D6}" srcOrd="0" destOrd="0" presId="urn:microsoft.com/office/officeart/2005/8/layout/process5"/>
    <dgm:cxn modelId="{55C81B34-4127-4B2D-868E-D123D40A574B}" srcId="{827E6638-EAF6-4ECF-93C7-1C357C0EB705}" destId="{3F9AF1F6-A242-4ED4-BD8A-2EEC82B94369}" srcOrd="0" destOrd="0" parTransId="{C2D992F5-DD24-4B9A-904C-04F2F4FE6070}" sibTransId="{AA67B6E0-5C3A-4AC7-B92E-58B1806EEFC1}"/>
    <dgm:cxn modelId="{A6FDBE36-4E84-4C6E-8437-4C25C0CDEE4B}" srcId="{827E6638-EAF6-4ECF-93C7-1C357C0EB705}" destId="{0D217150-88F7-4FEB-B6F9-948FF5022452}" srcOrd="2" destOrd="0" parTransId="{D9BDD9C9-FB23-486C-A23B-47B492AF0205}" sibTransId="{E25D67D6-25CE-478B-8EE6-5729DC5AF937}"/>
    <dgm:cxn modelId="{5D28E137-DE90-46D3-86F8-0C75D9C9DC4A}" type="presOf" srcId="{57D5A5A8-D4D5-4DB0-9ACE-C0E9966C7DBC}" destId="{204EFCAF-9652-4510-8C9D-B7A2D8D0A6FF}" srcOrd="0" destOrd="0" presId="urn:microsoft.com/office/officeart/2005/8/layout/process5"/>
    <dgm:cxn modelId="{11E8AB5F-D8F6-46B3-882E-FC14B51C693E}" type="presOf" srcId="{AA67B6E0-5C3A-4AC7-B92E-58B1806EEFC1}" destId="{C46C3CA4-BFAA-4E8E-9BE8-6CE7616E4798}" srcOrd="0" destOrd="0" presId="urn:microsoft.com/office/officeart/2005/8/layout/process5"/>
    <dgm:cxn modelId="{4C654E41-FEF1-456D-ABEA-2BCF6DCA54C0}" type="presOf" srcId="{57D5A5A8-D4D5-4DB0-9ACE-C0E9966C7DBC}" destId="{12DE8F12-7D01-43EC-A600-08F410DE26E1}" srcOrd="1" destOrd="0" presId="urn:microsoft.com/office/officeart/2005/8/layout/process5"/>
    <dgm:cxn modelId="{36BC806D-07DD-45BB-82B3-B8CFD48E3379}" srcId="{827E6638-EAF6-4ECF-93C7-1C357C0EB705}" destId="{A50624B5-84E3-468F-A431-8C9815FDADAE}" srcOrd="1" destOrd="0" parTransId="{D84C1C2B-4C2C-4985-9D7F-8B82A0B3ABA5}" sibTransId="{A598CB30-36A8-40F1-B077-D008EF2144C5}"/>
    <dgm:cxn modelId="{073B4672-AC79-4A39-A1E6-01444929B754}" type="presOf" srcId="{AA67B6E0-5C3A-4AC7-B92E-58B1806EEFC1}" destId="{7819AA56-9411-4BFF-A74F-D51758603150}" srcOrd="1" destOrd="0" presId="urn:microsoft.com/office/officeart/2005/8/layout/process5"/>
    <dgm:cxn modelId="{15D01B8C-DC8F-460C-A518-CC79768B111C}" type="presOf" srcId="{3F9AF1F6-A242-4ED4-BD8A-2EEC82B94369}" destId="{045145A7-6190-49A0-AA0F-AD26E91014B6}" srcOrd="0" destOrd="0" presId="urn:microsoft.com/office/officeart/2005/8/layout/process5"/>
    <dgm:cxn modelId="{17107199-63F7-4A82-8EF2-A0789D384AAD}" type="presOf" srcId="{240A2EE1-8011-4C83-83B7-BFE9E309C2F0}" destId="{251DD5AA-415D-41AD-8CB6-61BA11EE752C}" srcOrd="0" destOrd="0" presId="urn:microsoft.com/office/officeart/2005/8/layout/process5"/>
    <dgm:cxn modelId="{9E9A919A-964F-4C90-84E7-3F32054A5DC7}" type="presOf" srcId="{C5D946D0-B75F-45DB-A227-59F8B37015B4}" destId="{E42E6A9B-1A25-4417-801F-CF993B646374}" srcOrd="0" destOrd="0" presId="urn:microsoft.com/office/officeart/2005/8/layout/process5"/>
    <dgm:cxn modelId="{363AE8A7-0FF1-45D2-BB9B-9895D92DF519}" srcId="{827E6638-EAF6-4ECF-93C7-1C357C0EB705}" destId="{240A2EE1-8011-4C83-83B7-BFE9E309C2F0}" srcOrd="5" destOrd="0" parTransId="{ABB121D9-06DE-4705-AECB-C4E560F03370}" sibTransId="{05DF8E30-76AB-4386-9064-A245F6FE54F6}"/>
    <dgm:cxn modelId="{6DE9A0BD-294B-41FE-BB03-EA3B367706DD}" type="presOf" srcId="{827E6638-EAF6-4ECF-93C7-1C357C0EB705}" destId="{DE422165-B492-412F-9C3D-BEFF829361EC}" srcOrd="0" destOrd="0" presId="urn:microsoft.com/office/officeart/2005/8/layout/process5"/>
    <dgm:cxn modelId="{5D9743BF-93E9-43C7-BA44-B1913CF0593B}" srcId="{827E6638-EAF6-4ECF-93C7-1C357C0EB705}" destId="{490DA4D3-551F-41EC-A980-6F208D4D7EE5}" srcOrd="4" destOrd="0" parTransId="{88AD481C-586F-494E-B9F8-21405E156BD4}" sibTransId="{42229794-3625-4037-A25F-217D9A6AF7D8}"/>
    <dgm:cxn modelId="{0EFFF3C0-FE35-4710-93A9-CF1B94B1F75B}" srcId="{827E6638-EAF6-4ECF-93C7-1C357C0EB705}" destId="{C5D946D0-B75F-45DB-A227-59F8B37015B4}" srcOrd="3" destOrd="0" parTransId="{75398284-6E90-421D-9980-906E685D295D}" sibTransId="{57D5A5A8-D4D5-4DB0-9ACE-C0E9966C7DBC}"/>
    <dgm:cxn modelId="{BAFBEDC9-3B59-4810-A8BC-470FB3D1EFE5}" type="presOf" srcId="{42229794-3625-4037-A25F-217D9A6AF7D8}" destId="{8E62441C-13C2-4F8E-B93B-060E6CAB8A87}" srcOrd="1" destOrd="0" presId="urn:microsoft.com/office/officeart/2005/8/layout/process5"/>
    <dgm:cxn modelId="{DB9147CB-0E70-4C6B-ACF6-C1073DDB3045}" type="presOf" srcId="{E25D67D6-25CE-478B-8EE6-5729DC5AF937}" destId="{D28CCFE6-F665-49FC-8807-758DBBFECBE2}" srcOrd="0" destOrd="0" presId="urn:microsoft.com/office/officeart/2005/8/layout/process5"/>
    <dgm:cxn modelId="{3DE068D3-9082-42F4-B207-DA6BCF014456}" type="presOf" srcId="{490DA4D3-551F-41EC-A980-6F208D4D7EE5}" destId="{1EF21EA8-DA23-46DB-ACA3-78ACA61ABE99}" srcOrd="0" destOrd="0" presId="urn:microsoft.com/office/officeart/2005/8/layout/process5"/>
    <dgm:cxn modelId="{B223D0D8-BD87-4756-8421-06F7210324EF}" type="presOf" srcId="{A598CB30-36A8-40F1-B077-D008EF2144C5}" destId="{192406DF-8692-4E85-8158-50B8AFB84CB2}" srcOrd="0" destOrd="0" presId="urn:microsoft.com/office/officeart/2005/8/layout/process5"/>
    <dgm:cxn modelId="{F5F53C08-0AF2-463B-9969-1046642660D1}" type="presParOf" srcId="{DE422165-B492-412F-9C3D-BEFF829361EC}" destId="{045145A7-6190-49A0-AA0F-AD26E91014B6}" srcOrd="0" destOrd="0" presId="urn:microsoft.com/office/officeart/2005/8/layout/process5"/>
    <dgm:cxn modelId="{78A95292-8B84-4AC6-858D-6FEEEF8BE3DE}" type="presParOf" srcId="{DE422165-B492-412F-9C3D-BEFF829361EC}" destId="{C46C3CA4-BFAA-4E8E-9BE8-6CE7616E4798}" srcOrd="1" destOrd="0" presId="urn:microsoft.com/office/officeart/2005/8/layout/process5"/>
    <dgm:cxn modelId="{BB511CC6-93F3-4063-9FB2-C4C3E45D556C}" type="presParOf" srcId="{C46C3CA4-BFAA-4E8E-9BE8-6CE7616E4798}" destId="{7819AA56-9411-4BFF-A74F-D51758603150}" srcOrd="0" destOrd="0" presId="urn:microsoft.com/office/officeart/2005/8/layout/process5"/>
    <dgm:cxn modelId="{630CAC3C-41C3-4FE5-9C07-474218FBF277}" type="presParOf" srcId="{DE422165-B492-412F-9C3D-BEFF829361EC}" destId="{BED52775-D230-4F8C-9F85-A8A61292DE55}" srcOrd="2" destOrd="0" presId="urn:microsoft.com/office/officeart/2005/8/layout/process5"/>
    <dgm:cxn modelId="{E5712A36-4F19-4465-BB96-34807B760036}" type="presParOf" srcId="{DE422165-B492-412F-9C3D-BEFF829361EC}" destId="{192406DF-8692-4E85-8158-50B8AFB84CB2}" srcOrd="3" destOrd="0" presId="urn:microsoft.com/office/officeart/2005/8/layout/process5"/>
    <dgm:cxn modelId="{D7AF5DF9-BC32-4E55-8FDC-BF2C0FA07C5B}" type="presParOf" srcId="{192406DF-8692-4E85-8158-50B8AFB84CB2}" destId="{75E9D1AD-17DA-4125-ACB0-9747F165DE85}" srcOrd="0" destOrd="0" presId="urn:microsoft.com/office/officeart/2005/8/layout/process5"/>
    <dgm:cxn modelId="{6CD024EE-69B3-49CD-BD83-AE44DDC9FCAC}" type="presParOf" srcId="{DE422165-B492-412F-9C3D-BEFF829361EC}" destId="{FA884DC3-4012-4468-B7FC-F3C1DDBA95D6}" srcOrd="4" destOrd="0" presId="urn:microsoft.com/office/officeart/2005/8/layout/process5"/>
    <dgm:cxn modelId="{7901F173-1AAC-43C0-BDB9-3D3135AAC0A2}" type="presParOf" srcId="{DE422165-B492-412F-9C3D-BEFF829361EC}" destId="{D28CCFE6-F665-49FC-8807-758DBBFECBE2}" srcOrd="5" destOrd="0" presId="urn:microsoft.com/office/officeart/2005/8/layout/process5"/>
    <dgm:cxn modelId="{FE408CCB-37F8-4FCF-95D2-813FEA18D9A9}" type="presParOf" srcId="{D28CCFE6-F665-49FC-8807-758DBBFECBE2}" destId="{2E8C2E72-EA2D-473E-8BF5-CA5893AF526B}" srcOrd="0" destOrd="0" presId="urn:microsoft.com/office/officeart/2005/8/layout/process5"/>
    <dgm:cxn modelId="{4BD1B858-EAC3-4AA5-8142-FD75D2EFBB57}" type="presParOf" srcId="{DE422165-B492-412F-9C3D-BEFF829361EC}" destId="{E42E6A9B-1A25-4417-801F-CF993B646374}" srcOrd="6" destOrd="0" presId="urn:microsoft.com/office/officeart/2005/8/layout/process5"/>
    <dgm:cxn modelId="{A53BD0D7-380D-446F-A3A9-D9BA5C9A159A}" type="presParOf" srcId="{DE422165-B492-412F-9C3D-BEFF829361EC}" destId="{204EFCAF-9652-4510-8C9D-B7A2D8D0A6FF}" srcOrd="7" destOrd="0" presId="urn:microsoft.com/office/officeart/2005/8/layout/process5"/>
    <dgm:cxn modelId="{6EED420F-FA51-4EAD-8E75-281329035B22}" type="presParOf" srcId="{204EFCAF-9652-4510-8C9D-B7A2D8D0A6FF}" destId="{12DE8F12-7D01-43EC-A600-08F410DE26E1}" srcOrd="0" destOrd="0" presId="urn:microsoft.com/office/officeart/2005/8/layout/process5"/>
    <dgm:cxn modelId="{DA3B2910-3A94-455D-8097-344961DF6654}" type="presParOf" srcId="{DE422165-B492-412F-9C3D-BEFF829361EC}" destId="{1EF21EA8-DA23-46DB-ACA3-78ACA61ABE99}" srcOrd="8" destOrd="0" presId="urn:microsoft.com/office/officeart/2005/8/layout/process5"/>
    <dgm:cxn modelId="{9F233EC3-3644-44B0-81E6-D46BE3E9FFC2}" type="presParOf" srcId="{DE422165-B492-412F-9C3D-BEFF829361EC}" destId="{F7EEDEB3-04FC-4D9D-B7B7-B3A374A09112}" srcOrd="9" destOrd="0" presId="urn:microsoft.com/office/officeart/2005/8/layout/process5"/>
    <dgm:cxn modelId="{50F93F94-39D1-4E26-B220-26BB8889DA51}" type="presParOf" srcId="{F7EEDEB3-04FC-4D9D-B7B7-B3A374A09112}" destId="{8E62441C-13C2-4F8E-B93B-060E6CAB8A87}" srcOrd="0" destOrd="0" presId="urn:microsoft.com/office/officeart/2005/8/layout/process5"/>
    <dgm:cxn modelId="{82311787-6D3C-4417-9A79-8261EC90277B}" type="presParOf" srcId="{DE422165-B492-412F-9C3D-BEFF829361EC}" destId="{251DD5AA-415D-41AD-8CB6-61BA11EE752C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F9AF2BF-FD27-485C-B95C-A48978BA9B30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670C43D9-583D-422A-B7F6-0F2283F52EE1}">
      <dgm:prSet phldrT="[Texte]" phldr="0"/>
      <dgm:spPr/>
      <dgm:t>
        <a:bodyPr/>
        <a:lstStyle/>
        <a:p>
          <a:r>
            <a:rPr lang="fr-FR" dirty="0"/>
            <a:t>  </a:t>
          </a:r>
        </a:p>
      </dgm:t>
    </dgm:pt>
    <dgm:pt modelId="{79487437-ACFB-4104-A2DF-8AF3F8AD5AAF}" type="sibTrans" cxnId="{FBD208D8-D5DA-4FA5-A558-891EF527C995}">
      <dgm:prSet/>
      <dgm:spPr>
        <a:blipFill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6102" r="83898">
                        <a14:foregroundMark x1="48945" y1="23849" x2="26793" y2="54393"/>
                        <a14:foregroundMark x1="26793" y1="54393" x2="27004" y2="57322"/>
                        <a14:foregroundMark x1="57806" y1="32427" x2="60970" y2="32008"/>
                      </a14:backgroundRemoval>
                    </a14:imgEffect>
                  </a14:imgLayer>
                </a14:imgProps>
              </a:ext>
            </a:extLst>
          </a:blip>
          <a:srcRect/>
          <a:stretch>
            <a:fillRect l="-9000" r="-9000"/>
          </a:stretch>
        </a:blipFill>
      </dgm:spPr>
      <dgm:t>
        <a:bodyPr/>
        <a:lstStyle/>
        <a:p>
          <a:endParaRPr lang="fr-FR"/>
        </a:p>
      </dgm:t>
    </dgm:pt>
    <dgm:pt modelId="{945E8F6D-7358-480C-B01F-0322716F0AA9}" type="parTrans" cxnId="{FBD208D8-D5DA-4FA5-A558-891EF527C995}">
      <dgm:prSet/>
      <dgm:spPr/>
      <dgm:t>
        <a:bodyPr/>
        <a:lstStyle/>
        <a:p>
          <a:endParaRPr lang="fr-FR"/>
        </a:p>
      </dgm:t>
    </dgm:pt>
    <dgm:pt modelId="{9ACEC626-E2F1-410A-941F-EF8EAF03602C}" type="pres">
      <dgm:prSet presAssocID="{1F9AF2BF-FD27-485C-B95C-A48978BA9B30}" presName="Name0" presStyleCnt="0">
        <dgm:presLayoutVars>
          <dgm:chMax val="7"/>
          <dgm:chPref val="7"/>
          <dgm:dir/>
        </dgm:presLayoutVars>
      </dgm:prSet>
      <dgm:spPr/>
    </dgm:pt>
    <dgm:pt modelId="{157D0F7C-3255-4684-9317-24ACC7E3EB45}" type="pres">
      <dgm:prSet presAssocID="{1F9AF2BF-FD27-485C-B95C-A48978BA9B30}" presName="Name1" presStyleCnt="0"/>
      <dgm:spPr/>
    </dgm:pt>
    <dgm:pt modelId="{B2E1F997-ECD6-47C9-97E8-94FB8DE7E6AC}" type="pres">
      <dgm:prSet presAssocID="{79487437-ACFB-4104-A2DF-8AF3F8AD5AAF}" presName="picture_1" presStyleCnt="0"/>
      <dgm:spPr/>
    </dgm:pt>
    <dgm:pt modelId="{391D75AA-01F9-4121-992A-BB25CF552BC1}" type="pres">
      <dgm:prSet presAssocID="{79487437-ACFB-4104-A2DF-8AF3F8AD5AAF}" presName="pictureRepeatNode" presStyleLbl="alignImgPlace1" presStyleIdx="0" presStyleCnt="1" custScaleX="200000" custScaleY="239617" custLinFactNeighborX="1068" custLinFactNeighborY="3263"/>
      <dgm:spPr/>
    </dgm:pt>
    <dgm:pt modelId="{48FE4ED5-5AF0-4A45-9006-0C212E9537B9}" type="pres">
      <dgm:prSet presAssocID="{670C43D9-583D-422A-B7F6-0F2283F52EE1}" presName="text_1" presStyleLbl="node1" presStyleIdx="0" presStyleCnt="0" custLinFactNeighborX="20038" custLinFactNeighborY="-20970">
        <dgm:presLayoutVars>
          <dgm:bulletEnabled val="1"/>
        </dgm:presLayoutVars>
      </dgm:prSet>
      <dgm:spPr/>
    </dgm:pt>
  </dgm:ptLst>
  <dgm:cxnLst>
    <dgm:cxn modelId="{2BA6415A-CEDB-47E9-BA6D-218DD0AD8EA2}" type="presOf" srcId="{1F9AF2BF-FD27-485C-B95C-A48978BA9B30}" destId="{9ACEC626-E2F1-410A-941F-EF8EAF03602C}" srcOrd="0" destOrd="0" presId="urn:microsoft.com/office/officeart/2008/layout/CircularPictureCallout"/>
    <dgm:cxn modelId="{AB897CA2-487C-4B48-B300-C08656EA12CC}" type="presOf" srcId="{670C43D9-583D-422A-B7F6-0F2283F52EE1}" destId="{48FE4ED5-5AF0-4A45-9006-0C212E9537B9}" srcOrd="0" destOrd="0" presId="urn:microsoft.com/office/officeart/2008/layout/CircularPictureCallout"/>
    <dgm:cxn modelId="{552676C0-E8DE-4596-A1A9-1D1A8E9B6BE5}" type="presOf" srcId="{79487437-ACFB-4104-A2DF-8AF3F8AD5AAF}" destId="{391D75AA-01F9-4121-992A-BB25CF552BC1}" srcOrd="0" destOrd="0" presId="urn:microsoft.com/office/officeart/2008/layout/CircularPictureCallout"/>
    <dgm:cxn modelId="{FBD208D8-D5DA-4FA5-A558-891EF527C995}" srcId="{1F9AF2BF-FD27-485C-B95C-A48978BA9B30}" destId="{670C43D9-583D-422A-B7F6-0F2283F52EE1}" srcOrd="0" destOrd="0" parTransId="{945E8F6D-7358-480C-B01F-0322716F0AA9}" sibTransId="{79487437-ACFB-4104-A2DF-8AF3F8AD5AAF}"/>
    <dgm:cxn modelId="{7F39C414-6A3D-4556-93F7-2F067E97C49E}" type="presParOf" srcId="{9ACEC626-E2F1-410A-941F-EF8EAF03602C}" destId="{157D0F7C-3255-4684-9317-24ACC7E3EB45}" srcOrd="0" destOrd="0" presId="urn:microsoft.com/office/officeart/2008/layout/CircularPictureCallout"/>
    <dgm:cxn modelId="{EACF49E2-71ED-4CE5-A931-B202F0F8810F}" type="presParOf" srcId="{157D0F7C-3255-4684-9317-24ACC7E3EB45}" destId="{B2E1F997-ECD6-47C9-97E8-94FB8DE7E6AC}" srcOrd="0" destOrd="0" presId="urn:microsoft.com/office/officeart/2008/layout/CircularPictureCallout"/>
    <dgm:cxn modelId="{B1C36A6D-D5C1-4274-925D-8CD0A77F7410}" type="presParOf" srcId="{B2E1F997-ECD6-47C9-97E8-94FB8DE7E6AC}" destId="{391D75AA-01F9-4121-992A-BB25CF552BC1}" srcOrd="0" destOrd="0" presId="urn:microsoft.com/office/officeart/2008/layout/CircularPictureCallout"/>
    <dgm:cxn modelId="{8258D4BF-8073-4125-8426-822D6ACEBD8B}" type="presParOf" srcId="{157D0F7C-3255-4684-9317-24ACC7E3EB45}" destId="{48FE4ED5-5AF0-4A45-9006-0C212E9537B9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F1746D-C492-4199-9A8F-79E2F49258B0}">
      <dsp:nvSpPr>
        <dsp:cNvPr id="0" name=""/>
        <dsp:cNvSpPr/>
      </dsp:nvSpPr>
      <dsp:spPr>
        <a:xfrm>
          <a:off x="180007" y="451079"/>
          <a:ext cx="3417815" cy="3167994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t="-4000" b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4E2954-FF43-4900-A7CF-EFFBBC29206C}">
      <dsp:nvSpPr>
        <dsp:cNvPr id="0" name=""/>
        <dsp:cNvSpPr/>
      </dsp:nvSpPr>
      <dsp:spPr>
        <a:xfrm>
          <a:off x="1259471" y="2820227"/>
          <a:ext cx="1231215" cy="634845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4800" kern="1200" dirty="0"/>
        </a:p>
      </dsp:txBody>
      <dsp:txXfrm>
        <a:off x="1259471" y="2820227"/>
        <a:ext cx="1231215" cy="6348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F1746D-C492-4199-9A8F-79E2F49258B0}">
      <dsp:nvSpPr>
        <dsp:cNvPr id="0" name=""/>
        <dsp:cNvSpPr/>
      </dsp:nvSpPr>
      <dsp:spPr>
        <a:xfrm>
          <a:off x="418869" y="0"/>
          <a:ext cx="3331417" cy="308791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t="-4000" b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4E2954-FF43-4900-A7CF-EFFBBC29206C}">
      <dsp:nvSpPr>
        <dsp:cNvPr id="0" name=""/>
        <dsp:cNvSpPr/>
      </dsp:nvSpPr>
      <dsp:spPr>
        <a:xfrm>
          <a:off x="1227633" y="2626739"/>
          <a:ext cx="1200091" cy="61879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4700" kern="1200" dirty="0"/>
        </a:p>
      </dsp:txBody>
      <dsp:txXfrm>
        <a:off x="1227633" y="2626739"/>
        <a:ext cx="1200091" cy="6187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1D75AA-01F9-4121-992A-BB25CF552BC1}">
      <dsp:nvSpPr>
        <dsp:cNvPr id="0" name=""/>
        <dsp:cNvSpPr/>
      </dsp:nvSpPr>
      <dsp:spPr>
        <a:xfrm>
          <a:off x="0" y="-78278"/>
          <a:ext cx="1112712" cy="133312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6102" r="83898">
                        <a14:foregroundMark x1="48945" y1="23849" x2="26793" y2="54393"/>
                        <a14:foregroundMark x1="26793" y1="54393" x2="27004" y2="57322"/>
                        <a14:foregroundMark x1="57806" y1="32427" x2="60970" y2="32008"/>
                      </a14:backgroundRemoval>
                    </a14:imgEffect>
                  </a14:imgLayer>
                </a14:imgProps>
              </a:ext>
            </a:extLst>
          </a:blip>
          <a:srcRect/>
          <a:stretch>
            <a:fillRect l="-9000" r="-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FE4ED5-5AF0-4A45-9006-0C212E9537B9}">
      <dsp:nvSpPr>
        <dsp:cNvPr id="0" name=""/>
        <dsp:cNvSpPr/>
      </dsp:nvSpPr>
      <dsp:spPr>
        <a:xfrm>
          <a:off x="378322" y="605530"/>
          <a:ext cx="356067" cy="18359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 </a:t>
          </a:r>
        </a:p>
      </dsp:txBody>
      <dsp:txXfrm>
        <a:off x="378322" y="605530"/>
        <a:ext cx="356067" cy="1835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5145A7-6190-49A0-AA0F-AD26E91014B6}">
      <dsp:nvSpPr>
        <dsp:cNvPr id="0" name=""/>
        <dsp:cNvSpPr/>
      </dsp:nvSpPr>
      <dsp:spPr>
        <a:xfrm>
          <a:off x="5295" y="615939"/>
          <a:ext cx="1582727" cy="9496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Données brutes</a:t>
          </a:r>
        </a:p>
      </dsp:txBody>
      <dsp:txXfrm>
        <a:off x="33109" y="643753"/>
        <a:ext cx="1527099" cy="894008"/>
      </dsp:txXfrm>
    </dsp:sp>
    <dsp:sp modelId="{C46C3CA4-BFAA-4E8E-9BE8-6CE7616E4798}">
      <dsp:nvSpPr>
        <dsp:cNvPr id="0" name=""/>
        <dsp:cNvSpPr/>
      </dsp:nvSpPr>
      <dsp:spPr>
        <a:xfrm rot="21568369">
          <a:off x="1727296" y="884392"/>
          <a:ext cx="335552" cy="3925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>
        <a:off x="1727298" y="963358"/>
        <a:ext cx="234886" cy="235510"/>
      </dsp:txXfrm>
    </dsp:sp>
    <dsp:sp modelId="{BED52775-D230-4F8C-9F85-A8A61292DE55}">
      <dsp:nvSpPr>
        <dsp:cNvPr id="0" name=""/>
        <dsp:cNvSpPr/>
      </dsp:nvSpPr>
      <dsp:spPr>
        <a:xfrm>
          <a:off x="2221114" y="595550"/>
          <a:ext cx="1582727" cy="9496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Exploration (Pandas/</a:t>
          </a:r>
          <a:r>
            <a:rPr lang="fr-FR" sz="1300" kern="1200" dirty="0" err="1"/>
            <a:t>Seaborn</a:t>
          </a:r>
          <a:r>
            <a:rPr lang="fr-FR" sz="1300" kern="1200" dirty="0"/>
            <a:t>) </a:t>
          </a:r>
        </a:p>
      </dsp:txBody>
      <dsp:txXfrm>
        <a:off x="2248928" y="623364"/>
        <a:ext cx="1527099" cy="894008"/>
      </dsp:txXfrm>
    </dsp:sp>
    <dsp:sp modelId="{192406DF-8692-4E85-8158-50B8AFB84CB2}">
      <dsp:nvSpPr>
        <dsp:cNvPr id="0" name=""/>
        <dsp:cNvSpPr/>
      </dsp:nvSpPr>
      <dsp:spPr>
        <a:xfrm>
          <a:off x="3943121" y="874110"/>
          <a:ext cx="335538" cy="3925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>
        <a:off x="3943121" y="952613"/>
        <a:ext cx="234877" cy="235510"/>
      </dsp:txXfrm>
    </dsp:sp>
    <dsp:sp modelId="{FA884DC3-4012-4468-B7FC-F3C1DDBA95D6}">
      <dsp:nvSpPr>
        <dsp:cNvPr id="0" name=""/>
        <dsp:cNvSpPr/>
      </dsp:nvSpPr>
      <dsp:spPr>
        <a:xfrm>
          <a:off x="4436932" y="595550"/>
          <a:ext cx="1582727" cy="9496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Prétraitement (Pandas/</a:t>
          </a:r>
          <a:r>
            <a:rPr lang="fr-FR" sz="1300" kern="1200" dirty="0" err="1"/>
            <a:t>scikit-learn</a:t>
          </a:r>
          <a:r>
            <a:rPr lang="fr-FR" sz="1300" kern="1200" dirty="0"/>
            <a:t>) </a:t>
          </a:r>
        </a:p>
      </dsp:txBody>
      <dsp:txXfrm>
        <a:off x="4464746" y="623364"/>
        <a:ext cx="1527099" cy="894008"/>
      </dsp:txXfrm>
    </dsp:sp>
    <dsp:sp modelId="{D28CCFE6-F665-49FC-8807-758DBBFECBE2}">
      <dsp:nvSpPr>
        <dsp:cNvPr id="0" name=""/>
        <dsp:cNvSpPr/>
      </dsp:nvSpPr>
      <dsp:spPr>
        <a:xfrm rot="5400000">
          <a:off x="5060527" y="1655978"/>
          <a:ext cx="335538" cy="3925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-5400000">
        <a:off x="5110542" y="1684467"/>
        <a:ext cx="235510" cy="234877"/>
      </dsp:txXfrm>
    </dsp:sp>
    <dsp:sp modelId="{E42E6A9B-1A25-4417-801F-CF993B646374}">
      <dsp:nvSpPr>
        <dsp:cNvPr id="0" name=""/>
        <dsp:cNvSpPr/>
      </dsp:nvSpPr>
      <dsp:spPr>
        <a:xfrm>
          <a:off x="4436932" y="2178278"/>
          <a:ext cx="1582727" cy="9496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Modélisation (</a:t>
          </a:r>
          <a:r>
            <a:rPr lang="fr-FR" sz="1300" kern="1200" dirty="0" err="1"/>
            <a:t>Keras</a:t>
          </a:r>
          <a:r>
            <a:rPr lang="fr-FR" sz="1300" kern="1200" dirty="0"/>
            <a:t>/</a:t>
          </a:r>
          <a:r>
            <a:rPr lang="fr-FR" sz="1300" kern="1200" dirty="0" err="1"/>
            <a:t>PyTorch</a:t>
          </a:r>
          <a:r>
            <a:rPr lang="fr-FR" sz="1300" kern="1200" dirty="0"/>
            <a:t>) </a:t>
          </a:r>
        </a:p>
      </dsp:txBody>
      <dsp:txXfrm>
        <a:off x="4464746" y="2206092"/>
        <a:ext cx="1527099" cy="894008"/>
      </dsp:txXfrm>
    </dsp:sp>
    <dsp:sp modelId="{204EFCAF-9652-4510-8C9D-B7A2D8D0A6FF}">
      <dsp:nvSpPr>
        <dsp:cNvPr id="0" name=""/>
        <dsp:cNvSpPr/>
      </dsp:nvSpPr>
      <dsp:spPr>
        <a:xfrm rot="10800000">
          <a:off x="3962114" y="2456838"/>
          <a:ext cx="335538" cy="3925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10800000">
        <a:off x="4062775" y="2535341"/>
        <a:ext cx="234877" cy="235510"/>
      </dsp:txXfrm>
    </dsp:sp>
    <dsp:sp modelId="{1EF21EA8-DA23-46DB-ACA3-78ACA61ABE99}">
      <dsp:nvSpPr>
        <dsp:cNvPr id="0" name=""/>
        <dsp:cNvSpPr/>
      </dsp:nvSpPr>
      <dsp:spPr>
        <a:xfrm>
          <a:off x="2221114" y="2178278"/>
          <a:ext cx="1582727" cy="9496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Évaluation</a:t>
          </a:r>
        </a:p>
      </dsp:txBody>
      <dsp:txXfrm>
        <a:off x="2248928" y="2206092"/>
        <a:ext cx="1527099" cy="894008"/>
      </dsp:txXfrm>
    </dsp:sp>
    <dsp:sp modelId="{F7EEDEB3-04FC-4D9D-B7B7-B3A374A09112}">
      <dsp:nvSpPr>
        <dsp:cNvPr id="0" name=""/>
        <dsp:cNvSpPr/>
      </dsp:nvSpPr>
      <dsp:spPr>
        <a:xfrm rot="10800000">
          <a:off x="1746295" y="2456838"/>
          <a:ext cx="335538" cy="3925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/>
        </a:p>
      </dsp:txBody>
      <dsp:txXfrm rot="10800000">
        <a:off x="1846956" y="2535341"/>
        <a:ext cx="234877" cy="235510"/>
      </dsp:txXfrm>
    </dsp:sp>
    <dsp:sp modelId="{251DD5AA-415D-41AD-8CB6-61BA11EE752C}">
      <dsp:nvSpPr>
        <dsp:cNvPr id="0" name=""/>
        <dsp:cNvSpPr/>
      </dsp:nvSpPr>
      <dsp:spPr>
        <a:xfrm>
          <a:off x="5295" y="2178278"/>
          <a:ext cx="1582727" cy="9496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Déploiement</a:t>
          </a:r>
          <a:endParaRPr lang="fr-FR" sz="1300" kern="1200" dirty="0"/>
        </a:p>
      </dsp:txBody>
      <dsp:txXfrm>
        <a:off x="33109" y="2206092"/>
        <a:ext cx="1527099" cy="8940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1D75AA-01F9-4121-992A-BB25CF552BC1}">
      <dsp:nvSpPr>
        <dsp:cNvPr id="0" name=""/>
        <dsp:cNvSpPr/>
      </dsp:nvSpPr>
      <dsp:spPr>
        <a:xfrm>
          <a:off x="0" y="-78278"/>
          <a:ext cx="1112712" cy="133312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6102" r="83898">
                        <a14:foregroundMark x1="48945" y1="23849" x2="26793" y2="54393"/>
                        <a14:foregroundMark x1="26793" y1="54393" x2="27004" y2="57322"/>
                        <a14:foregroundMark x1="57806" y1="32427" x2="60970" y2="32008"/>
                      </a14:backgroundRemoval>
                    </a14:imgEffect>
                  </a14:imgLayer>
                </a14:imgProps>
              </a:ext>
            </a:extLst>
          </a:blip>
          <a:srcRect/>
          <a:stretch>
            <a:fillRect l="-9000" r="-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FE4ED5-5AF0-4A45-9006-0C212E9537B9}">
      <dsp:nvSpPr>
        <dsp:cNvPr id="0" name=""/>
        <dsp:cNvSpPr/>
      </dsp:nvSpPr>
      <dsp:spPr>
        <a:xfrm>
          <a:off x="449670" y="567030"/>
          <a:ext cx="356067" cy="18359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  </a:t>
          </a:r>
        </a:p>
      </dsp:txBody>
      <dsp:txXfrm>
        <a:off x="449670" y="567030"/>
        <a:ext cx="356067" cy="1835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BF7267-0527-B7C1-ED1A-628B399847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3C6F1F-7BED-EFDF-BDB5-22FBA7B561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A993A-3E72-4C8E-B825-B00CB3599403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CA5C88-1B30-7DA2-385C-6EA5FACDCF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tp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B5E6F-483C-803B-AC00-7E8FCAF4FA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CD7BD-0637-441E-8BAE-0EEC9857D5C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5984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697" name="Google Shape;26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" name="Google Shape;2773;gf11272de0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774" name="Google Shape;2774;gf11272de0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1" name="Google Shape;2911;gf11272de0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912" name="Google Shape;2912;gf11272de0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0">
          <a:extLst>
            <a:ext uri="{FF2B5EF4-FFF2-40B4-BE49-F238E27FC236}">
              <a16:creationId xmlns:a16="http://schemas.microsoft.com/office/drawing/2014/main" id="{F627AF1C-2004-EE07-9739-F1C85D2FC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1" name="Google Shape;2911;gf11272de0f_0_12:notes">
            <a:extLst>
              <a:ext uri="{FF2B5EF4-FFF2-40B4-BE49-F238E27FC236}">
                <a16:creationId xmlns:a16="http://schemas.microsoft.com/office/drawing/2014/main" id="{5C07CEC0-8ABB-E24B-14B3-EDA89AAC82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912" name="Google Shape;2912;gf11272de0f_0_12:notes">
            <a:extLst>
              <a:ext uri="{FF2B5EF4-FFF2-40B4-BE49-F238E27FC236}">
                <a16:creationId xmlns:a16="http://schemas.microsoft.com/office/drawing/2014/main" id="{D12198DC-E9E8-95BA-76D4-5F073D912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606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6" name="Google Shape;3036;gedfa3e31c0_2_20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037" name="Google Shape;3037;gedfa3e31c0_2_20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5">
          <a:extLst>
            <a:ext uri="{FF2B5EF4-FFF2-40B4-BE49-F238E27FC236}">
              <a16:creationId xmlns:a16="http://schemas.microsoft.com/office/drawing/2014/main" id="{CCAC7826-7B2C-2F6E-F0E2-B5A987E6D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6" name="Google Shape;3036;gedfa3e31c0_2_20153:notes">
            <a:extLst>
              <a:ext uri="{FF2B5EF4-FFF2-40B4-BE49-F238E27FC236}">
                <a16:creationId xmlns:a16="http://schemas.microsoft.com/office/drawing/2014/main" id="{A4A54DDA-4FAA-FC6C-3B9C-9BBDD1BAB8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037" name="Google Shape;3037;gedfa3e31c0_2_20153:notes">
            <a:extLst>
              <a:ext uri="{FF2B5EF4-FFF2-40B4-BE49-F238E27FC236}">
                <a16:creationId xmlns:a16="http://schemas.microsoft.com/office/drawing/2014/main" id="{786D1986-55FA-FA50-3738-DD6784258F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1536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9">
          <a:extLst>
            <a:ext uri="{FF2B5EF4-FFF2-40B4-BE49-F238E27FC236}">
              <a16:creationId xmlns:a16="http://schemas.microsoft.com/office/drawing/2014/main" id="{DE7B0B4C-8E76-58BA-147F-A7A9DBBA7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0" name="Google Shape;2760;gf11272de0f_0_6:notes">
            <a:extLst>
              <a:ext uri="{FF2B5EF4-FFF2-40B4-BE49-F238E27FC236}">
                <a16:creationId xmlns:a16="http://schemas.microsoft.com/office/drawing/2014/main" id="{06D99A14-6964-EE51-B851-0D3F14F9C8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761" name="Google Shape;2761;gf11272de0f_0_6:notes">
            <a:extLst>
              <a:ext uri="{FF2B5EF4-FFF2-40B4-BE49-F238E27FC236}">
                <a16:creationId xmlns:a16="http://schemas.microsoft.com/office/drawing/2014/main" id="{3E229373-99A3-5793-6674-74FB87B041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7699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9">
          <a:extLst>
            <a:ext uri="{FF2B5EF4-FFF2-40B4-BE49-F238E27FC236}">
              <a16:creationId xmlns:a16="http://schemas.microsoft.com/office/drawing/2014/main" id="{14EB1C58-3DD5-C13D-7AD8-5D91AC84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0" name="Google Shape;2760;gf11272de0f_0_6:notes">
            <a:extLst>
              <a:ext uri="{FF2B5EF4-FFF2-40B4-BE49-F238E27FC236}">
                <a16:creationId xmlns:a16="http://schemas.microsoft.com/office/drawing/2014/main" id="{23582D03-BDB0-4033-7732-E0063ED00F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761" name="Google Shape;2761;gf11272de0f_0_6:notes">
            <a:extLst>
              <a:ext uri="{FF2B5EF4-FFF2-40B4-BE49-F238E27FC236}">
                <a16:creationId xmlns:a16="http://schemas.microsoft.com/office/drawing/2014/main" id="{0B3BB6FD-FFCD-0F86-62C4-46C8E607CE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782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Google Shape;2802;gedfa3e31c0_2_20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803" name="Google Shape;2803;gedfa3e31c0_2_20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1">
          <a:extLst>
            <a:ext uri="{FF2B5EF4-FFF2-40B4-BE49-F238E27FC236}">
              <a16:creationId xmlns:a16="http://schemas.microsoft.com/office/drawing/2014/main" id="{18E66D75-5438-18BE-102E-B5FA2704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Google Shape;2802;gedfa3e31c0_2_20568:notes">
            <a:extLst>
              <a:ext uri="{FF2B5EF4-FFF2-40B4-BE49-F238E27FC236}">
                <a16:creationId xmlns:a16="http://schemas.microsoft.com/office/drawing/2014/main" id="{60C9A2B0-F96E-34BB-77D7-71146DE7C0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803" name="Google Shape;2803;gedfa3e31c0_2_20568:notes">
            <a:extLst>
              <a:ext uri="{FF2B5EF4-FFF2-40B4-BE49-F238E27FC236}">
                <a16:creationId xmlns:a16="http://schemas.microsoft.com/office/drawing/2014/main" id="{73D93C67-0B0A-4AB8-79EA-C704F76411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4132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1">
          <a:extLst>
            <a:ext uri="{FF2B5EF4-FFF2-40B4-BE49-F238E27FC236}">
              <a16:creationId xmlns:a16="http://schemas.microsoft.com/office/drawing/2014/main" id="{7D53B71E-D45D-9C63-A48C-23B012CF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Google Shape;2802;gedfa3e31c0_2_20568:notes">
            <a:extLst>
              <a:ext uri="{FF2B5EF4-FFF2-40B4-BE49-F238E27FC236}">
                <a16:creationId xmlns:a16="http://schemas.microsoft.com/office/drawing/2014/main" id="{33FDBA23-F314-94CC-48DC-EFC2FB4E37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803" name="Google Shape;2803;gedfa3e31c0_2_20568:notes">
            <a:extLst>
              <a:ext uri="{FF2B5EF4-FFF2-40B4-BE49-F238E27FC236}">
                <a16:creationId xmlns:a16="http://schemas.microsoft.com/office/drawing/2014/main" id="{0B67A1D5-F9DE-F696-0996-3C60A12670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7458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Google Shape;3082;gedfa3e31c0_2_208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083" name="Google Shape;3083;gedfa3e31c0_2_208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5" name="Google Shape;4525;gedfa3e31c0_2_217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526" name="Google Shape;4526;gedfa3e31c0_2_217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9" name="Google Shape;4569;gedfa3e31c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570" name="Google Shape;4570;gedfa3e31c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1208500" y="2089070"/>
            <a:ext cx="67269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208650" y="3054420"/>
            <a:ext cx="67269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50" y="1168380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6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0" name="Google Shape;1430;p18"/>
          <p:cNvSpPr txBox="1">
            <a:spLocks noGrp="1"/>
          </p:cNvSpPr>
          <p:nvPr>
            <p:ph type="title"/>
          </p:nvPr>
        </p:nvSpPr>
        <p:spPr>
          <a:xfrm>
            <a:off x="865500" y="753525"/>
            <a:ext cx="4466700" cy="11415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31" name="Google Shape;1431;p18"/>
          <p:cNvSpPr txBox="1">
            <a:spLocks noGrp="1"/>
          </p:cNvSpPr>
          <p:nvPr>
            <p:ph type="subTitle" idx="1"/>
          </p:nvPr>
        </p:nvSpPr>
        <p:spPr>
          <a:xfrm>
            <a:off x="865500" y="1964775"/>
            <a:ext cx="4466700" cy="24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0"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1" name="Google Shape;1531;p19"/>
          <p:cNvSpPr txBox="1">
            <a:spLocks noGrp="1"/>
          </p:cNvSpPr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2" name="Google Shape;1532;p19"/>
          <p:cNvSpPr txBox="1">
            <a:spLocks noGrp="1"/>
          </p:cNvSpPr>
          <p:nvPr>
            <p:ph type="subTitle" idx="1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3" name="Google Shape;1533;p19"/>
          <p:cNvSpPr txBox="1">
            <a:spLocks noGrp="1"/>
          </p:cNvSpPr>
          <p:nvPr>
            <p:ph type="title" idx="2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4" name="Google Shape;1534;p19"/>
          <p:cNvSpPr txBox="1">
            <a:spLocks noGrp="1"/>
          </p:cNvSpPr>
          <p:nvPr>
            <p:ph type="subTitle" idx="3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6" name="Google Shape;1566;p19"/>
          <p:cNvSpPr txBox="1">
            <a:spLocks noGrp="1"/>
          </p:cNvSpPr>
          <p:nvPr>
            <p:ph type="title" idx="4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5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7" name="Google Shape;1697;p2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98" name="Google Shape;1698;p21"/>
          <p:cNvSpPr txBox="1">
            <a:spLocks noGrp="1"/>
          </p:cNvSpPr>
          <p:nvPr>
            <p:ph type="title" idx="2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99" name="Google Shape;1699;p21"/>
          <p:cNvSpPr txBox="1">
            <a:spLocks noGrp="1"/>
          </p:cNvSpPr>
          <p:nvPr>
            <p:ph type="subTitle" idx="1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0" name="Google Shape;1700;p21"/>
          <p:cNvSpPr txBox="1">
            <a:spLocks noGrp="1"/>
          </p:cNvSpPr>
          <p:nvPr>
            <p:ph type="title" idx="3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1" name="Google Shape;1701;p21"/>
          <p:cNvSpPr txBox="1">
            <a:spLocks noGrp="1"/>
          </p:cNvSpPr>
          <p:nvPr>
            <p:ph type="subTitle" idx="4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2" name="Google Shape;1702;p21"/>
          <p:cNvSpPr txBox="1">
            <a:spLocks noGrp="1"/>
          </p:cNvSpPr>
          <p:nvPr>
            <p:ph type="title" idx="5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3" name="Google Shape;1703;p21"/>
          <p:cNvSpPr txBox="1">
            <a:spLocks noGrp="1"/>
          </p:cNvSpPr>
          <p:nvPr>
            <p:ph type="subTitle" idx="6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rot="5400000" flipH="1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rot="-5400000" flipH="1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2"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7" name="Google Shape;2347;p27"/>
          <p:cNvSpPr txBox="1">
            <a:spLocks noGrp="1"/>
          </p:cNvSpPr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48" name="Google Shape;2348;p27"/>
          <p:cNvSpPr txBox="1">
            <a:spLocks noGrp="1"/>
          </p:cNvSpPr>
          <p:nvPr>
            <p:ph type="subTitle" idx="1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1">
  <p:cSld name="BLANK_12_1"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8" r:id="rId4"/>
    <p:sldLayoutId id="2147483659" r:id="rId5"/>
    <p:sldLayoutId id="2147483663" r:id="rId6"/>
    <p:sldLayoutId id="2147483664" r:id="rId7"/>
    <p:sldLayoutId id="2147483665" r:id="rId8"/>
    <p:sldLayoutId id="2147483667" r:id="rId9"/>
    <p:sldLayoutId id="2147483673" r:id="rId10"/>
    <p:sldLayoutId id="2147483674" r:id="rId11"/>
    <p:sldLayoutId id="2147483675" r:id="rId12"/>
    <p:sldLayoutId id="2147483676" r:id="rId1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4.wdp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3.xml"/><Relationship Id="rId11" Type="http://schemas.microsoft.com/office/2007/relationships/hdphoto" Target="../media/hdphoto3.wdp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5.png"/><Relationship Id="rId4" Type="http://schemas.openxmlformats.org/officeDocument/2006/relationships/diagramLayout" Target="../diagrams/layout3.xml"/><Relationship Id="rId9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p34"/>
          <p:cNvSpPr txBox="1">
            <a:spLocks noGrp="1"/>
          </p:cNvSpPr>
          <p:nvPr>
            <p:ph type="subTitle" idx="1"/>
          </p:nvPr>
        </p:nvSpPr>
        <p:spPr>
          <a:xfrm>
            <a:off x="439086" y="3049172"/>
            <a:ext cx="1449346" cy="456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fr-FR" sz="1400" dirty="0">
                <a:latin typeface="+mj-lt"/>
              </a:rPr>
              <a:t>Présenté par: </a:t>
            </a:r>
          </a:p>
          <a:p>
            <a:pPr marL="0" lvl="0" indent="0"/>
            <a:r>
              <a:rPr lang="fr-FR" sz="1400" b="1" dirty="0">
                <a:solidFill>
                  <a:schemeClr val="accent2"/>
                </a:solidFill>
                <a:latin typeface="+mj-lt"/>
                <a:ea typeface="Codec Pro Ultra-Bold"/>
                <a:cs typeface="Codec Pro Ultra-Bold"/>
                <a:sym typeface="Codec Pro Ultra-Bold"/>
              </a:rPr>
              <a:t>              </a:t>
            </a:r>
            <a:endParaRPr lang="fr-FR" sz="1400" dirty="0">
              <a:solidFill>
                <a:schemeClr val="accent2"/>
              </a:solidFill>
              <a:latin typeface="+mj-lt"/>
            </a:endParaRPr>
          </a:p>
          <a:p>
            <a:pPr marL="0" lvl="0" indent="0"/>
            <a:endParaRPr sz="1200" dirty="0">
              <a:solidFill>
                <a:schemeClr val="accent2"/>
              </a:solidFill>
              <a:latin typeface="+mj-lt"/>
            </a:endParaRPr>
          </a:p>
        </p:txBody>
      </p:sp>
      <p:grpSp>
        <p:nvGrpSpPr>
          <p:cNvPr id="2700" name="Google Shape;2700;p34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701" name="Google Shape;2701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02" name="Google Shape;2702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03" name="Google Shape;2703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04" name="Google Shape;2704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05" name="Google Shape;2705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06" name="Google Shape;2706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2707" name="Google Shape;2707;p34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8" name="Google Shape;2708;p3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09" name="Google Shape;2709;p3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10" name="Google Shape;2710;p3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11" name="Google Shape;2711;p3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12" name="Google Shape;2712;p3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13" name="Google Shape;2713;p3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2714" name="Google Shape;2714;p34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15" name="Google Shape;2715;p3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16" name="Google Shape;2716;p3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17" name="Google Shape;2717;p3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18" name="Google Shape;2718;p3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19" name="Google Shape;2719;p3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2720" name="Google Shape;2720;p34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21" name="Google Shape;2721;p3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22" name="Google Shape;2722;p3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23" name="Google Shape;2723;p3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24" name="Google Shape;2724;p3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25" name="Google Shape;2725;p3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26" name="Google Shape;2726;p3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27" name="Google Shape;2727;p3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28" name="Google Shape;2728;p3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29" name="Google Shape;2729;p3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30" name="Google Shape;2730;p3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31" name="Google Shape;2731;p3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  <p:grpSp>
          <p:nvGrpSpPr>
            <p:cNvPr id="2732" name="Google Shape;2732;p3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33" name="Google Shape;2733;p3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34" name="Google Shape;2734;p3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35" name="Google Shape;2735;p3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36" name="Google Shape;2736;p3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37" name="Google Shape;2737;p3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38" name="Google Shape;2738;p3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39" name="Google Shape;2739;p3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40" name="Google Shape;2740;p3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41" name="Google Shape;2741;p3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742" name="Google Shape;2742;p3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</p:grpSp>
      <p:grpSp>
        <p:nvGrpSpPr>
          <p:cNvPr id="2743" name="Google Shape;2743;p34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44" name="Google Shape;2744;p3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45" name="Google Shape;2745;p3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46" name="Google Shape;2746;p3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47" name="Google Shape;2747;p3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48" name="Google Shape;2748;p3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49" name="Google Shape;2749;p3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50" name="Google Shape;2750;p3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51" name="Google Shape;2751;p3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52" name="Google Shape;2752;p3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53" name="Google Shape;2753;p3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54" name="Google Shape;2754;p3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55" name="Google Shape;2755;p3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56" name="Google Shape;2756;p3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57" name="Google Shape;2757;p3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sp>
        <p:nvSpPr>
          <p:cNvPr id="2758" name="Google Shape;2758;p34"/>
          <p:cNvSpPr txBox="1">
            <a:spLocks noGrp="1"/>
          </p:cNvSpPr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800" dirty="0">
                <a:solidFill>
                  <a:schemeClr val="accent2"/>
                </a:solidFill>
                <a:latin typeface="+mj-lt"/>
              </a:rPr>
              <a:t>Workflow de</a:t>
            </a:r>
            <a:br>
              <a:rPr lang="fr-FR" sz="5800" dirty="0">
                <a:solidFill>
                  <a:schemeClr val="accent2"/>
                </a:solidFill>
                <a:latin typeface="+mj-lt"/>
              </a:rPr>
            </a:br>
            <a:r>
              <a:rPr lang="fr-FR" sz="4400" dirty="0">
                <a:solidFill>
                  <a:schemeClr val="bg1"/>
                </a:solidFill>
                <a:latin typeface="+mj-lt"/>
              </a:rPr>
              <a:t>Traitement de données           </a:t>
            </a:r>
            <a:endParaRPr sz="5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2E08262-488A-BAC7-211C-B8D8047C0A33}"/>
              </a:ext>
            </a:extLst>
          </p:cNvPr>
          <p:cNvSpPr txBox="1"/>
          <p:nvPr/>
        </p:nvSpPr>
        <p:spPr>
          <a:xfrm>
            <a:off x="5775708" y="3118209"/>
            <a:ext cx="1208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+mj-lt"/>
              </a:rPr>
              <a:t>Encadré par: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CD517A7-D6A0-888F-4E06-06F7FAF15F57}"/>
              </a:ext>
            </a:extLst>
          </p:cNvPr>
          <p:cNvSpPr txBox="1"/>
          <p:nvPr/>
        </p:nvSpPr>
        <p:spPr>
          <a:xfrm>
            <a:off x="6053115" y="3425986"/>
            <a:ext cx="22034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2"/>
                </a:solidFill>
                <a:latin typeface="+mj-lt"/>
              </a:rPr>
              <a:t>Mr </a:t>
            </a:r>
            <a:r>
              <a:rPr lang="fr-FR" sz="1600" b="1" dirty="0">
                <a:solidFill>
                  <a:schemeClr val="accent2"/>
                </a:solidFill>
                <a:latin typeface="+mj-lt"/>
              </a:rPr>
              <a:t>Moustapha DER</a:t>
            </a:r>
          </a:p>
          <a:p>
            <a:endParaRPr lang="fr-FR" dirty="0"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A2C1C80-691F-8C12-E3EC-9C4351047965}"/>
              </a:ext>
            </a:extLst>
          </p:cNvPr>
          <p:cNvSpPr txBox="1"/>
          <p:nvPr/>
        </p:nvSpPr>
        <p:spPr>
          <a:xfrm>
            <a:off x="771795" y="3304714"/>
            <a:ext cx="2544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accent2"/>
                </a:solidFill>
                <a:latin typeface="+mj-lt"/>
                <a:ea typeface="Codec Pro Ultra-Bold"/>
                <a:cs typeface="Codec Pro Ultra-Bold"/>
                <a:sym typeface="Codec Pro Ultra-Bold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+mj-lt"/>
                <a:ea typeface="Codec Pro Ultra-Bold"/>
                <a:cs typeface="Codec Pro Ultra-Bold"/>
                <a:sym typeface="Codec Pro Ultra-Bold"/>
              </a:rPr>
              <a:t>DJIGUIMDE </a:t>
            </a:r>
            <a:r>
              <a:rPr lang="en-US" dirty="0" err="1">
                <a:solidFill>
                  <a:schemeClr val="accent2"/>
                </a:solidFill>
                <a:latin typeface="+mj-lt"/>
                <a:ea typeface="Codec Pro Ultra-Bold"/>
                <a:cs typeface="Codec Pro Ultra-Bold"/>
                <a:sym typeface="Codec Pro Ultra-Bold"/>
              </a:rPr>
              <a:t>Oumaro</a:t>
            </a:r>
            <a:r>
              <a:rPr lang="en-US" dirty="0">
                <a:solidFill>
                  <a:schemeClr val="accent2"/>
                </a:solidFill>
                <a:latin typeface="+mj-lt"/>
                <a:ea typeface="Codec Pro Ultra-Bold"/>
                <a:cs typeface="Codec Pro Ultra-Bold"/>
                <a:sym typeface="Codec Pro Ultra-Bold"/>
              </a:rPr>
              <a:t> Titans</a:t>
            </a:r>
            <a:endParaRPr lang="fr-FR" dirty="0">
              <a:latin typeface="+mj-l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8D93BE-5E73-6A8F-C329-3CE8913B05A4}"/>
              </a:ext>
            </a:extLst>
          </p:cNvPr>
          <p:cNvSpPr txBox="1"/>
          <p:nvPr/>
        </p:nvSpPr>
        <p:spPr>
          <a:xfrm>
            <a:off x="730102" y="3564229"/>
            <a:ext cx="2316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accent2"/>
                </a:solidFill>
                <a:latin typeface="+mj-lt"/>
                <a:ea typeface="Codec Pro Ultra-Bold"/>
                <a:cs typeface="Codec Pro Ultra-Bold"/>
                <a:sym typeface="Codec Pro Ultra-Bold"/>
              </a:rPr>
              <a:t> </a:t>
            </a:r>
            <a:r>
              <a:rPr lang="fr-FR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fr-FR" b="1" dirty="0">
                <a:solidFill>
                  <a:schemeClr val="accent2"/>
                </a:solidFill>
                <a:latin typeface="+mj-lt"/>
              </a:rPr>
              <a:t>DOUMBIA</a:t>
            </a:r>
            <a:r>
              <a:rPr lang="fr-FR" dirty="0">
                <a:solidFill>
                  <a:schemeClr val="accent2"/>
                </a:solidFill>
                <a:latin typeface="+mj-lt"/>
              </a:rPr>
              <a:t> Cheick Oumar</a:t>
            </a:r>
            <a:endParaRPr lang="fr-FR" dirty="0">
              <a:latin typeface="+mj-l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7049C40-9B55-3D43-45AD-6184F09E8334}"/>
              </a:ext>
            </a:extLst>
          </p:cNvPr>
          <p:cNvSpPr txBox="1"/>
          <p:nvPr/>
        </p:nvSpPr>
        <p:spPr>
          <a:xfrm>
            <a:off x="771795" y="3811016"/>
            <a:ext cx="1298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+mj-lt"/>
                <a:ea typeface="Codec Pro Ultra-Bold"/>
                <a:cs typeface="Codec Pro Ultra-Bold"/>
                <a:sym typeface="Codec Pro Ultra-Bold"/>
              </a:rPr>
              <a:t> FALL </a:t>
            </a:r>
            <a:r>
              <a:rPr lang="en-US" dirty="0">
                <a:solidFill>
                  <a:schemeClr val="accent2"/>
                </a:solidFill>
                <a:latin typeface="+mj-lt"/>
                <a:ea typeface="Codec Pro Ultra-Bold"/>
                <a:cs typeface="Codec Pro Ultra-Bold"/>
                <a:sym typeface="Codec Pro Ultra-Bold"/>
              </a:rPr>
              <a:t>Ismael</a:t>
            </a:r>
            <a:endParaRPr lang="fr-FR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8" grpId="0"/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17660293-991C-505C-D1B4-ED729B9BAC30}"/>
              </a:ext>
            </a:extLst>
          </p:cNvPr>
          <p:cNvSpPr/>
          <p:nvPr/>
        </p:nvSpPr>
        <p:spPr>
          <a:xfrm>
            <a:off x="6705513" y="3410801"/>
            <a:ext cx="1899717" cy="118987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C297EF20-B0E7-60D8-ABCD-105C74C42C28}"/>
              </a:ext>
            </a:extLst>
          </p:cNvPr>
          <p:cNvSpPr/>
          <p:nvPr/>
        </p:nvSpPr>
        <p:spPr>
          <a:xfrm>
            <a:off x="4503814" y="3367393"/>
            <a:ext cx="2048679" cy="122614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E4FAAA31-0DB0-48A8-53AD-17457142E59D}"/>
              </a:ext>
            </a:extLst>
          </p:cNvPr>
          <p:cNvSpPr/>
          <p:nvPr/>
        </p:nvSpPr>
        <p:spPr>
          <a:xfrm>
            <a:off x="2237240" y="3367393"/>
            <a:ext cx="2048679" cy="122614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6171E5FA-8E07-0DCA-CF64-75E0022E903F}"/>
              </a:ext>
            </a:extLst>
          </p:cNvPr>
          <p:cNvSpPr/>
          <p:nvPr/>
        </p:nvSpPr>
        <p:spPr>
          <a:xfrm>
            <a:off x="195428" y="3367393"/>
            <a:ext cx="1933602" cy="1345328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564FB8FC-5487-FAD8-9F8F-6CDECC2FC3E6}"/>
              </a:ext>
            </a:extLst>
          </p:cNvPr>
          <p:cNvSpPr/>
          <p:nvPr/>
        </p:nvSpPr>
        <p:spPr>
          <a:xfrm>
            <a:off x="6530498" y="1520622"/>
            <a:ext cx="2048679" cy="1372714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E8C48747-08EB-68E7-B868-2D8779F2B5BF}"/>
              </a:ext>
            </a:extLst>
          </p:cNvPr>
          <p:cNvSpPr/>
          <p:nvPr/>
        </p:nvSpPr>
        <p:spPr>
          <a:xfrm>
            <a:off x="4302314" y="1546167"/>
            <a:ext cx="2048679" cy="139401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6746C46-0E73-F2D1-C18C-3FEE64361D1A}"/>
              </a:ext>
            </a:extLst>
          </p:cNvPr>
          <p:cNvSpPr/>
          <p:nvPr/>
        </p:nvSpPr>
        <p:spPr>
          <a:xfrm>
            <a:off x="2069053" y="1494387"/>
            <a:ext cx="2074341" cy="139401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E90FE478-18CE-DEFE-DF5F-53B5A9E7D473}"/>
              </a:ext>
            </a:extLst>
          </p:cNvPr>
          <p:cNvSpPr/>
          <p:nvPr/>
        </p:nvSpPr>
        <p:spPr>
          <a:xfrm>
            <a:off x="119933" y="1424303"/>
            <a:ext cx="1828441" cy="149296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sp>
        <p:nvSpPr>
          <p:cNvPr id="2776" name="Google Shape;2776;p36"/>
          <p:cNvSpPr txBox="1">
            <a:spLocks noGrp="1"/>
          </p:cNvSpPr>
          <p:nvPr>
            <p:ph type="title"/>
          </p:nvPr>
        </p:nvSpPr>
        <p:spPr>
          <a:xfrm>
            <a:off x="554971" y="368512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fr-FR" sz="4000" u="sng" dirty="0">
                <a:latin typeface="+mj-lt"/>
              </a:rPr>
              <a:t>Plan</a:t>
            </a:r>
            <a:endParaRPr sz="4000" u="sng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777" name="Google Shape;2777;p36"/>
          <p:cNvSpPr txBox="1">
            <a:spLocks noGrp="1"/>
          </p:cNvSpPr>
          <p:nvPr>
            <p:ph type="title" idx="2"/>
          </p:nvPr>
        </p:nvSpPr>
        <p:spPr>
          <a:xfrm>
            <a:off x="-104470" y="2092523"/>
            <a:ext cx="2233500" cy="6469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1600" dirty="0">
                <a:latin typeface="+mj-lt"/>
              </a:rPr>
              <a:t>INTRODUCTION ET OBJECTIFS</a:t>
            </a:r>
            <a:endParaRPr sz="1600" dirty="0">
              <a:latin typeface="+mj-lt"/>
            </a:endParaRPr>
          </a:p>
        </p:txBody>
      </p:sp>
      <p:sp>
        <p:nvSpPr>
          <p:cNvPr id="2779" name="Google Shape;2779;p36"/>
          <p:cNvSpPr txBox="1">
            <a:spLocks noGrp="1"/>
          </p:cNvSpPr>
          <p:nvPr>
            <p:ph type="title" idx="3"/>
          </p:nvPr>
        </p:nvSpPr>
        <p:spPr>
          <a:xfrm>
            <a:off x="395033" y="1494387"/>
            <a:ext cx="1117261" cy="5615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01</a:t>
            </a:r>
            <a:endParaRPr dirty="0">
              <a:latin typeface="+mj-lt"/>
            </a:endParaRPr>
          </a:p>
        </p:txBody>
      </p:sp>
      <p:sp>
        <p:nvSpPr>
          <p:cNvPr id="2780" name="Google Shape;2780;p36"/>
          <p:cNvSpPr txBox="1">
            <a:spLocks noGrp="1"/>
          </p:cNvSpPr>
          <p:nvPr>
            <p:ph type="title" idx="4"/>
          </p:nvPr>
        </p:nvSpPr>
        <p:spPr>
          <a:xfrm>
            <a:off x="2041168" y="2170785"/>
            <a:ext cx="2071883" cy="4482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1600" dirty="0">
                <a:latin typeface="+mj-lt"/>
              </a:rPr>
              <a:t>ENVIRONNEMENT ET BIBLIOTHEQUES</a:t>
            </a:r>
            <a:endParaRPr sz="1600" dirty="0">
              <a:latin typeface="+mj-lt"/>
            </a:endParaRPr>
          </a:p>
        </p:txBody>
      </p:sp>
      <p:sp>
        <p:nvSpPr>
          <p:cNvPr id="2782" name="Google Shape;2782;p36"/>
          <p:cNvSpPr txBox="1">
            <a:spLocks noGrp="1"/>
          </p:cNvSpPr>
          <p:nvPr>
            <p:ph type="title" idx="6"/>
          </p:nvPr>
        </p:nvSpPr>
        <p:spPr>
          <a:xfrm>
            <a:off x="1940928" y="1568220"/>
            <a:ext cx="2201700" cy="56169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02</a:t>
            </a:r>
            <a:endParaRPr dirty="0">
              <a:latin typeface="+mj-lt"/>
            </a:endParaRPr>
          </a:p>
        </p:txBody>
      </p:sp>
      <p:sp>
        <p:nvSpPr>
          <p:cNvPr id="2783" name="Google Shape;2783;p36"/>
          <p:cNvSpPr txBox="1">
            <a:spLocks noGrp="1"/>
          </p:cNvSpPr>
          <p:nvPr>
            <p:ph type="title" idx="7"/>
          </p:nvPr>
        </p:nvSpPr>
        <p:spPr>
          <a:xfrm>
            <a:off x="4295633" y="2266406"/>
            <a:ext cx="2049278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1600" dirty="0">
                <a:latin typeface="+mj-lt"/>
              </a:rPr>
              <a:t>PRINCIPE </a:t>
            </a:r>
            <a:r>
              <a:rPr lang="fr-FR" sz="1600" dirty="0">
                <a:latin typeface="+mj-lt"/>
              </a:rPr>
              <a:t>GÉNÉRAL DU WORKFLOW</a:t>
            </a:r>
            <a:endParaRPr sz="1600" dirty="0">
              <a:latin typeface="+mj-lt"/>
            </a:endParaRPr>
          </a:p>
        </p:txBody>
      </p:sp>
      <p:sp>
        <p:nvSpPr>
          <p:cNvPr id="2785" name="Google Shape;2785;p36"/>
          <p:cNvSpPr txBox="1">
            <a:spLocks noGrp="1"/>
          </p:cNvSpPr>
          <p:nvPr>
            <p:ph type="title" idx="9"/>
          </p:nvPr>
        </p:nvSpPr>
        <p:spPr>
          <a:xfrm>
            <a:off x="4487901" y="1631869"/>
            <a:ext cx="1614842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03</a:t>
            </a:r>
            <a:endParaRPr dirty="0">
              <a:latin typeface="+mj-lt"/>
            </a:endParaRPr>
          </a:p>
        </p:txBody>
      </p:sp>
      <p:sp>
        <p:nvSpPr>
          <p:cNvPr id="2786" name="Google Shape;2786;p36"/>
          <p:cNvSpPr txBox="1">
            <a:spLocks noGrp="1"/>
          </p:cNvSpPr>
          <p:nvPr>
            <p:ph type="title" idx="13"/>
          </p:nvPr>
        </p:nvSpPr>
        <p:spPr>
          <a:xfrm>
            <a:off x="6347888" y="2209615"/>
            <a:ext cx="2375959" cy="4548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1600" dirty="0">
                <a:latin typeface="+mj-lt"/>
              </a:rPr>
              <a:t>ETUDE DE CAS : PRÉDICTION PRIX IMMOBILIER </a:t>
            </a:r>
            <a:endParaRPr sz="1600" dirty="0">
              <a:latin typeface="+mj-lt"/>
            </a:endParaRPr>
          </a:p>
        </p:txBody>
      </p:sp>
      <p:sp>
        <p:nvSpPr>
          <p:cNvPr id="2788" name="Google Shape;2788;p36"/>
          <p:cNvSpPr txBox="1">
            <a:spLocks noGrp="1"/>
          </p:cNvSpPr>
          <p:nvPr>
            <p:ph type="title" idx="15"/>
          </p:nvPr>
        </p:nvSpPr>
        <p:spPr>
          <a:xfrm>
            <a:off x="6371731" y="1549195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04</a:t>
            </a:r>
            <a:endParaRPr dirty="0">
              <a:latin typeface="+mj-lt"/>
            </a:endParaRPr>
          </a:p>
        </p:txBody>
      </p:sp>
      <p:sp>
        <p:nvSpPr>
          <p:cNvPr id="2789" name="Google Shape;2789;p36"/>
          <p:cNvSpPr txBox="1">
            <a:spLocks noGrp="1"/>
          </p:cNvSpPr>
          <p:nvPr>
            <p:ph type="title" idx="16"/>
          </p:nvPr>
        </p:nvSpPr>
        <p:spPr>
          <a:xfrm>
            <a:off x="144378" y="4053593"/>
            <a:ext cx="1984651" cy="4007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1600" dirty="0">
                <a:latin typeface="+mj-lt"/>
              </a:rPr>
              <a:t>TP : CLASSIFICATION DES FLEURS IRIS </a:t>
            </a:r>
            <a:endParaRPr sz="1600" dirty="0">
              <a:latin typeface="+mj-lt"/>
            </a:endParaRPr>
          </a:p>
        </p:txBody>
      </p:sp>
      <p:sp>
        <p:nvSpPr>
          <p:cNvPr id="2791" name="Google Shape;2791;p36"/>
          <p:cNvSpPr txBox="1">
            <a:spLocks noGrp="1"/>
          </p:cNvSpPr>
          <p:nvPr>
            <p:ph type="title" idx="18"/>
          </p:nvPr>
        </p:nvSpPr>
        <p:spPr>
          <a:xfrm>
            <a:off x="631249" y="3425649"/>
            <a:ext cx="1005014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05</a:t>
            </a:r>
            <a:endParaRPr dirty="0">
              <a:latin typeface="+mj-lt"/>
            </a:endParaRPr>
          </a:p>
        </p:txBody>
      </p:sp>
      <p:sp>
        <p:nvSpPr>
          <p:cNvPr id="2792" name="Google Shape;2792;p36"/>
          <p:cNvSpPr txBox="1">
            <a:spLocks noGrp="1"/>
          </p:cNvSpPr>
          <p:nvPr>
            <p:ph type="title" idx="19"/>
          </p:nvPr>
        </p:nvSpPr>
        <p:spPr>
          <a:xfrm>
            <a:off x="2286201" y="4074142"/>
            <a:ext cx="212767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600" dirty="0">
                <a:solidFill>
                  <a:srgbClr val="E1E6F6"/>
                </a:solidFill>
                <a:latin typeface="+mj-lt"/>
                <a:ea typeface="Codec Pro Ultra-Bold"/>
                <a:cs typeface="Codec Pro Ultra-Bold"/>
                <a:sym typeface="Codec Pro Ultra-Bold"/>
              </a:rPr>
              <a:t>COMPARAISON DES APPROCHES</a:t>
            </a:r>
            <a:endParaRPr sz="1600" dirty="0">
              <a:latin typeface="+mj-lt"/>
            </a:endParaRPr>
          </a:p>
        </p:txBody>
      </p:sp>
      <p:sp>
        <p:nvSpPr>
          <p:cNvPr id="2794" name="Google Shape;2794;p36"/>
          <p:cNvSpPr txBox="1">
            <a:spLocks noGrp="1"/>
          </p:cNvSpPr>
          <p:nvPr>
            <p:ph type="title" idx="21"/>
          </p:nvPr>
        </p:nvSpPr>
        <p:spPr>
          <a:xfrm>
            <a:off x="2640071" y="3414226"/>
            <a:ext cx="1262423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06</a:t>
            </a:r>
            <a:endParaRPr dirty="0">
              <a:latin typeface="+mj-lt"/>
            </a:endParaRPr>
          </a:p>
        </p:txBody>
      </p:sp>
      <p:grpSp>
        <p:nvGrpSpPr>
          <p:cNvPr id="2795" name="Google Shape;2795;p36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2796" name="Google Shape;2796;p3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97" name="Google Shape;2797;p3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98" name="Google Shape;2798;p3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99" name="Google Shape;2799;p3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00" name="Google Shape;2800;p3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sp>
        <p:nvSpPr>
          <p:cNvPr id="12" name="Google Shape;2794;p36">
            <a:extLst>
              <a:ext uri="{FF2B5EF4-FFF2-40B4-BE49-F238E27FC236}">
                <a16:creationId xmlns:a16="http://schemas.microsoft.com/office/drawing/2014/main" id="{31ACC2B1-F618-E092-6CCA-FE62D6DBC923}"/>
              </a:ext>
            </a:extLst>
          </p:cNvPr>
          <p:cNvSpPr txBox="1">
            <a:spLocks/>
          </p:cNvSpPr>
          <p:nvPr/>
        </p:nvSpPr>
        <p:spPr>
          <a:xfrm>
            <a:off x="6453987" y="3396092"/>
            <a:ext cx="2201700" cy="484800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500" b="1" i="0" u="none" strike="noStrike" cap="non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" dirty="0">
                <a:latin typeface="+mj-lt"/>
              </a:rPr>
              <a:t>08</a:t>
            </a:r>
          </a:p>
        </p:txBody>
      </p:sp>
      <p:sp>
        <p:nvSpPr>
          <p:cNvPr id="13" name="Google Shape;2794;p36">
            <a:extLst>
              <a:ext uri="{FF2B5EF4-FFF2-40B4-BE49-F238E27FC236}">
                <a16:creationId xmlns:a16="http://schemas.microsoft.com/office/drawing/2014/main" id="{90E0BE40-03A7-26C8-467B-E4EABDBEFB5D}"/>
              </a:ext>
            </a:extLst>
          </p:cNvPr>
          <p:cNvSpPr txBox="1">
            <a:spLocks/>
          </p:cNvSpPr>
          <p:nvPr/>
        </p:nvSpPr>
        <p:spPr>
          <a:xfrm>
            <a:off x="4335583" y="3377958"/>
            <a:ext cx="2201700" cy="484800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500" b="1" i="0" u="none" strike="noStrike" cap="non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" dirty="0">
                <a:latin typeface="+mj-lt"/>
              </a:rPr>
              <a:t>07</a:t>
            </a:r>
          </a:p>
        </p:txBody>
      </p:sp>
      <p:sp>
        <p:nvSpPr>
          <p:cNvPr id="14" name="Google Shape;2792;p36">
            <a:extLst>
              <a:ext uri="{FF2B5EF4-FFF2-40B4-BE49-F238E27FC236}">
                <a16:creationId xmlns:a16="http://schemas.microsoft.com/office/drawing/2014/main" id="{16F834B9-E605-8F44-31B9-7797D5A9E264}"/>
              </a:ext>
            </a:extLst>
          </p:cNvPr>
          <p:cNvSpPr txBox="1">
            <a:spLocks/>
          </p:cNvSpPr>
          <p:nvPr/>
        </p:nvSpPr>
        <p:spPr>
          <a:xfrm>
            <a:off x="6522147" y="3990851"/>
            <a:ext cx="2201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18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1600" dirty="0">
                <a:solidFill>
                  <a:srgbClr val="E1E6F6"/>
                </a:solidFill>
                <a:latin typeface="+mj-lt"/>
                <a:ea typeface="Codec Pro Ultra-Bold"/>
                <a:cs typeface="Codec Pro Ultra-Bold"/>
                <a:sym typeface="Codec Pro Ultra-Bold"/>
              </a:rPr>
              <a:t>CONCLUSION</a:t>
            </a:r>
            <a:endParaRPr lang="en-US" sz="1600" dirty="0">
              <a:latin typeface="+mj-lt"/>
            </a:endParaRPr>
          </a:p>
        </p:txBody>
      </p:sp>
      <p:sp>
        <p:nvSpPr>
          <p:cNvPr id="15" name="Google Shape;2792;p36">
            <a:extLst>
              <a:ext uri="{FF2B5EF4-FFF2-40B4-BE49-F238E27FC236}">
                <a16:creationId xmlns:a16="http://schemas.microsoft.com/office/drawing/2014/main" id="{A798A588-A12E-CD81-8866-A4B654595041}"/>
              </a:ext>
            </a:extLst>
          </p:cNvPr>
          <p:cNvSpPr txBox="1">
            <a:spLocks/>
          </p:cNvSpPr>
          <p:nvPr/>
        </p:nvSpPr>
        <p:spPr>
          <a:xfrm>
            <a:off x="4362430" y="3923794"/>
            <a:ext cx="2201700" cy="42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18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fr-FR" dirty="0">
                <a:latin typeface="+mj-lt"/>
              </a:rPr>
              <a:t>BONNES PRATIQUES </a:t>
            </a:r>
            <a:endParaRPr lang="en-US" sz="14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7C5FBB-07B5-D8C7-A549-D64CE777FCC6}"/>
              </a:ext>
            </a:extLst>
          </p:cNvPr>
          <p:cNvSpPr txBox="1"/>
          <p:nvPr/>
        </p:nvSpPr>
        <p:spPr>
          <a:xfrm>
            <a:off x="8253986" y="4835723"/>
            <a:ext cx="3512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1</a:t>
            </a:r>
          </a:p>
        </p:txBody>
      </p:sp>
      <p:sp>
        <p:nvSpPr>
          <p:cNvPr id="2" name="Google Shape;2779;p36">
            <a:extLst>
              <a:ext uri="{FF2B5EF4-FFF2-40B4-BE49-F238E27FC236}">
                <a16:creationId xmlns:a16="http://schemas.microsoft.com/office/drawing/2014/main" id="{346CEF00-E479-815D-42BD-29132B074C99}"/>
              </a:ext>
            </a:extLst>
          </p:cNvPr>
          <p:cNvSpPr txBox="1">
            <a:spLocks/>
          </p:cNvSpPr>
          <p:nvPr/>
        </p:nvSpPr>
        <p:spPr>
          <a:xfrm>
            <a:off x="7462853" y="4593535"/>
            <a:ext cx="883813" cy="561513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500" b="1" i="0" u="none" strike="noStrike" cap="non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l"/>
            <a:r>
              <a:rPr lang="en" i="1" dirty="0">
                <a:solidFill>
                  <a:schemeClr val="tx1"/>
                </a:solidFill>
                <a:latin typeface="+mj-lt"/>
              </a:rPr>
              <a:t>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7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7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7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7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7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5" grpId="0" animBg="1"/>
      <p:bldP spid="23" grpId="0" animBg="1"/>
      <p:bldP spid="22" grpId="0" animBg="1"/>
      <p:bldP spid="19" grpId="0" animBg="1"/>
      <p:bldP spid="18" grpId="0" animBg="1"/>
      <p:bldP spid="17" grpId="0" animBg="1"/>
      <p:bldP spid="16" grpId="0" animBg="1"/>
      <p:bldP spid="2776" grpId="0"/>
      <p:bldP spid="2777" grpId="0"/>
      <p:bldP spid="2779" grpId="0"/>
      <p:bldP spid="2780" grpId="0"/>
      <p:bldP spid="2782" grpId="0"/>
      <p:bldP spid="2783" grpId="0"/>
      <p:bldP spid="2785" grpId="0"/>
      <p:bldP spid="2786" grpId="0"/>
      <p:bldP spid="2788" grpId="0"/>
      <p:bldP spid="2789" grpId="0"/>
      <p:bldP spid="2791" grpId="0"/>
      <p:bldP spid="2792" grpId="0"/>
      <p:bldP spid="2794" grpId="0"/>
      <p:bldP spid="12" grpId="0"/>
      <p:bldP spid="13" grpId="0"/>
      <p:bldP spid="14" grpId="0"/>
      <p:bldP spid="15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85690F-41F3-F602-60B5-A807CEE36D97}"/>
              </a:ext>
            </a:extLst>
          </p:cNvPr>
          <p:cNvSpPr/>
          <p:nvPr/>
        </p:nvSpPr>
        <p:spPr>
          <a:xfrm>
            <a:off x="3856074" y="971107"/>
            <a:ext cx="4238847" cy="317162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14" name="Google Shape;2914;p39"/>
          <p:cNvSpPr txBox="1">
            <a:spLocks noGrp="1"/>
          </p:cNvSpPr>
          <p:nvPr>
            <p:ph type="title"/>
          </p:nvPr>
        </p:nvSpPr>
        <p:spPr>
          <a:xfrm>
            <a:off x="1208650" y="14419"/>
            <a:ext cx="6726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spc="-105" dirty="0">
                <a:solidFill>
                  <a:srgbClr val="E1E6F6"/>
                </a:solidFill>
                <a:latin typeface="+mj-lt"/>
                <a:ea typeface="Gatwick Ultra-Bold"/>
                <a:cs typeface="Gatwick Ultra-Bold"/>
                <a:sym typeface="Gatwick Ultra-Bold"/>
              </a:rPr>
              <a:t>Introduction </a:t>
            </a:r>
            <a:r>
              <a:rPr lang="en-US" sz="3600" spc="-105" dirty="0">
                <a:solidFill>
                  <a:schemeClr val="accent2"/>
                </a:solidFill>
                <a:latin typeface="+mj-lt"/>
                <a:ea typeface="Gatwick Ultra-Bold"/>
                <a:cs typeface="Gatwick Ultra-Bold"/>
                <a:sym typeface="Gatwick Ultra-Bold"/>
              </a:rPr>
              <a:t>au </a:t>
            </a:r>
            <a:r>
              <a:rPr lang="en-US" sz="3600" spc="-105" dirty="0" err="1">
                <a:solidFill>
                  <a:schemeClr val="accent2"/>
                </a:solidFill>
                <a:latin typeface="+mj-lt"/>
                <a:ea typeface="Gatwick Ultra-Bold"/>
                <a:cs typeface="Gatwick Ultra-Bold"/>
                <a:sym typeface="Gatwick Ultra-Bold"/>
              </a:rPr>
              <a:t>projet</a:t>
            </a:r>
            <a:endParaRPr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915" name="Google Shape;2915;p39"/>
          <p:cNvSpPr txBox="1">
            <a:spLocks noGrp="1"/>
          </p:cNvSpPr>
          <p:nvPr>
            <p:ph type="subTitle" idx="1"/>
          </p:nvPr>
        </p:nvSpPr>
        <p:spPr>
          <a:xfrm>
            <a:off x="3887334" y="1000765"/>
            <a:ext cx="4363531" cy="32947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fr-FR" sz="1600" dirty="0">
                <a:latin typeface="+mj-lt"/>
              </a:rPr>
              <a:t>Ce projet présente le workflow essentiel du traitement de données en Python. Il met en avant les principales étapes, les outils utilisés (Pandas, </a:t>
            </a:r>
            <a:r>
              <a:rPr lang="fr-FR" sz="1600" dirty="0" err="1">
                <a:latin typeface="+mj-lt"/>
              </a:rPr>
              <a:t>Seaborn</a:t>
            </a:r>
            <a:r>
              <a:rPr lang="fr-FR" sz="1600" dirty="0">
                <a:latin typeface="+mj-lt"/>
              </a:rPr>
              <a:t>, </a:t>
            </a:r>
            <a:r>
              <a:rPr lang="fr-FR" sz="1600" dirty="0" err="1">
                <a:latin typeface="+mj-lt"/>
              </a:rPr>
              <a:t>PyTorch</a:t>
            </a:r>
            <a:r>
              <a:rPr lang="fr-FR" sz="1600" dirty="0">
                <a:latin typeface="+mj-lt"/>
              </a:rPr>
              <a:t> et </a:t>
            </a:r>
            <a:r>
              <a:rPr lang="fr-FR" sz="1600" dirty="0" err="1">
                <a:latin typeface="+mj-lt"/>
              </a:rPr>
              <a:t>Keras</a:t>
            </a:r>
            <a:r>
              <a:rPr lang="fr-FR" sz="1600" dirty="0">
                <a:latin typeface="+mj-lt"/>
              </a:rPr>
              <a:t>) ainsi que les bonnes pratiques permettant d’analyser et de modéliser efficacement les données.</a:t>
            </a:r>
          </a:p>
          <a:p>
            <a:pPr marL="0" lvl="0" indent="0" algn="l"/>
            <a:endParaRPr lang="fr-FR" sz="1600" dirty="0">
              <a:latin typeface="+mj-lt"/>
            </a:endParaRPr>
          </a:p>
          <a:p>
            <a:pPr marL="0" indent="0" algn="l"/>
            <a:r>
              <a:rPr lang="fr-FR" sz="1600" dirty="0">
                <a:solidFill>
                  <a:schemeClr val="bg1"/>
                </a:solidFill>
                <a:latin typeface="+mj-lt"/>
              </a:rPr>
              <a:t>En synthétisant ces connaissances, nous préparons les participants à appliquer ces concepts dans des projets concrets et à maîtriser un pipeline complet pour le traitement de données.</a:t>
            </a:r>
          </a:p>
          <a:p>
            <a:pPr marL="0" lvl="0" indent="0" algn="l"/>
            <a:endParaRPr lang="fr-FR" sz="1600" dirty="0">
              <a:latin typeface="+mj-lt"/>
            </a:endParaRPr>
          </a:p>
        </p:txBody>
      </p:sp>
      <p:sp>
        <p:nvSpPr>
          <p:cNvPr id="2916" name="Google Shape;2916;p39"/>
          <p:cNvSpPr txBox="1">
            <a:spLocks noGrp="1"/>
          </p:cNvSpPr>
          <p:nvPr>
            <p:ph type="title" idx="2"/>
          </p:nvPr>
        </p:nvSpPr>
        <p:spPr>
          <a:xfrm>
            <a:off x="395991" y="133144"/>
            <a:ext cx="28791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917" name="Google Shape;2917;p39"/>
          <p:cNvGrpSpPr/>
          <p:nvPr/>
        </p:nvGrpSpPr>
        <p:grpSpPr>
          <a:xfrm rot="-5400000">
            <a:off x="2746096" y="-164363"/>
            <a:ext cx="1823016" cy="296643"/>
            <a:chOff x="7857346" y="3902355"/>
            <a:chExt cx="1823016" cy="296643"/>
          </a:xfrm>
        </p:grpSpPr>
        <p:sp>
          <p:nvSpPr>
            <p:cNvPr id="2918" name="Google Shape;2918;p3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4" name="Google Shape;2924;p39"/>
          <p:cNvGrpSpPr/>
          <p:nvPr/>
        </p:nvGrpSpPr>
        <p:grpSpPr>
          <a:xfrm rot="5400000">
            <a:off x="1639375" y="1028400"/>
            <a:ext cx="98902" cy="553090"/>
            <a:chOff x="4898850" y="4820550"/>
            <a:chExt cx="98902" cy="553090"/>
          </a:xfrm>
        </p:grpSpPr>
        <p:sp>
          <p:nvSpPr>
            <p:cNvPr id="2925" name="Google Shape;2925;p3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0" name="Google Shape;2930;p39"/>
          <p:cNvGrpSpPr/>
          <p:nvPr/>
        </p:nvGrpSpPr>
        <p:grpSpPr>
          <a:xfrm>
            <a:off x="1609176" y="4434219"/>
            <a:ext cx="1252897" cy="51000"/>
            <a:chOff x="2915381" y="4104819"/>
            <a:chExt cx="1252897" cy="51000"/>
          </a:xfrm>
        </p:grpSpPr>
        <p:sp>
          <p:nvSpPr>
            <p:cNvPr id="2931" name="Google Shape;2931;p39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9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9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9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9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9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9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9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9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9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9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9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9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9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5" name="Google Shape;2945;p39"/>
          <p:cNvGrpSpPr/>
          <p:nvPr/>
        </p:nvGrpSpPr>
        <p:grpSpPr>
          <a:xfrm>
            <a:off x="5495767" y="691791"/>
            <a:ext cx="1105976" cy="133969"/>
            <a:chOff x="8183182" y="663852"/>
            <a:chExt cx="1475028" cy="178673"/>
          </a:xfrm>
        </p:grpSpPr>
        <p:grpSp>
          <p:nvGrpSpPr>
            <p:cNvPr id="2946" name="Google Shape;2946;p3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47" name="Google Shape;2947;p3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3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3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3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3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3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3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3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3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3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7" name="Google Shape;2957;p3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58" name="Google Shape;2958;p3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3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3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3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3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3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3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3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3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3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68" name="Google Shape;2968;p39"/>
          <p:cNvGrpSpPr/>
          <p:nvPr/>
        </p:nvGrpSpPr>
        <p:grpSpPr>
          <a:xfrm rot="5400000">
            <a:off x="5968600" y="4273462"/>
            <a:ext cx="98902" cy="553090"/>
            <a:chOff x="4898850" y="4820550"/>
            <a:chExt cx="98902" cy="553090"/>
          </a:xfrm>
        </p:grpSpPr>
        <p:sp>
          <p:nvSpPr>
            <p:cNvPr id="2969" name="Google Shape;2969;p3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35DF76FB-FD42-8815-116A-E484260F53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6953563"/>
              </p:ext>
            </p:extLst>
          </p:nvPr>
        </p:nvGraphicFramePr>
        <p:xfrm>
          <a:off x="173247" y="742852"/>
          <a:ext cx="3847548" cy="40701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Google Shape;2779;p36">
            <a:extLst>
              <a:ext uri="{FF2B5EF4-FFF2-40B4-BE49-F238E27FC236}">
                <a16:creationId xmlns:a16="http://schemas.microsoft.com/office/drawing/2014/main" id="{CF530645-9457-052A-D57C-1AE87B49C739}"/>
              </a:ext>
            </a:extLst>
          </p:cNvPr>
          <p:cNvSpPr txBox="1">
            <a:spLocks/>
          </p:cNvSpPr>
          <p:nvPr/>
        </p:nvSpPr>
        <p:spPr>
          <a:xfrm>
            <a:off x="7164948" y="4459719"/>
            <a:ext cx="883813" cy="561513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500" b="1" i="0" u="none" strike="noStrike" cap="non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l"/>
            <a:r>
              <a:rPr lang="en" i="1" dirty="0">
                <a:solidFill>
                  <a:schemeClr val="tx1"/>
                </a:solidFill>
                <a:latin typeface="+mj-lt"/>
              </a:rPr>
              <a:t>02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914" grpId="0"/>
      <p:bldP spid="2915" grpId="0" build="p"/>
      <p:bldP spid="2916" grpId="0"/>
      <p:bldGraphic spid="9" grpId="0">
        <p:bldAsOne/>
      </p:bldGraphic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3">
          <a:extLst>
            <a:ext uri="{FF2B5EF4-FFF2-40B4-BE49-F238E27FC236}">
              <a16:creationId xmlns:a16="http://schemas.microsoft.com/office/drawing/2014/main" id="{8538CBD3-0700-3420-8335-660FA2276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D9E70DD-BF2E-EE8D-30C3-FE35B3CE1D12}"/>
              </a:ext>
            </a:extLst>
          </p:cNvPr>
          <p:cNvSpPr/>
          <p:nvPr/>
        </p:nvSpPr>
        <p:spPr>
          <a:xfrm>
            <a:off x="491517" y="1224032"/>
            <a:ext cx="4454310" cy="326118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14" name="Google Shape;2914;p39">
            <a:extLst>
              <a:ext uri="{FF2B5EF4-FFF2-40B4-BE49-F238E27FC236}">
                <a16:creationId xmlns:a16="http://schemas.microsoft.com/office/drawing/2014/main" id="{F6D3FC78-8083-B18C-9CC1-8FCD32931D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701" y="-19325"/>
            <a:ext cx="6726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spc="-105" dirty="0" err="1">
                <a:solidFill>
                  <a:srgbClr val="E1E6F6"/>
                </a:solidFill>
                <a:latin typeface="+mj-lt"/>
                <a:ea typeface="Gatwick Ultra-Bold"/>
                <a:cs typeface="Gatwick Ultra-Bold"/>
                <a:sym typeface="Gatwick Ultra-Bold"/>
              </a:rPr>
              <a:t>Objectifs</a:t>
            </a:r>
            <a:r>
              <a:rPr lang="en-US" sz="3600" spc="-105" dirty="0">
                <a:solidFill>
                  <a:srgbClr val="E1E6F6"/>
                </a:solidFill>
                <a:latin typeface="+mj-lt"/>
                <a:ea typeface="Gatwick Ultra-Bold"/>
                <a:cs typeface="Gatwick Ultra-Bold"/>
                <a:sym typeface="Gatwick Ultra-Bold"/>
              </a:rPr>
              <a:t> </a:t>
            </a:r>
            <a:r>
              <a:rPr lang="en-US" sz="3600" spc="-105" dirty="0">
                <a:solidFill>
                  <a:schemeClr val="accent2"/>
                </a:solidFill>
                <a:latin typeface="+mj-lt"/>
                <a:ea typeface="Gatwick Ultra-Bold"/>
                <a:cs typeface="Gatwick Ultra-Bold"/>
                <a:sym typeface="Gatwick Ultra-Bold"/>
              </a:rPr>
              <a:t>du</a:t>
            </a:r>
            <a:r>
              <a:rPr lang="en-US" sz="3600" spc="-105" dirty="0">
                <a:solidFill>
                  <a:srgbClr val="E1E6F6"/>
                </a:solidFill>
                <a:latin typeface="+mj-lt"/>
                <a:ea typeface="Gatwick Ultra-Bold"/>
                <a:cs typeface="Gatwick Ultra-Bold"/>
                <a:sym typeface="Gatwick Ultra-Bold"/>
              </a:rPr>
              <a:t> </a:t>
            </a:r>
            <a:r>
              <a:rPr lang="en-US" sz="3600" spc="-105" dirty="0" err="1">
                <a:solidFill>
                  <a:schemeClr val="accent2"/>
                </a:solidFill>
                <a:latin typeface="+mj-lt"/>
                <a:ea typeface="Gatwick Ultra-Bold"/>
                <a:cs typeface="Gatwick Ultra-Bold"/>
                <a:sym typeface="Gatwick Ultra-Bold"/>
              </a:rPr>
              <a:t>projet</a:t>
            </a:r>
            <a:endParaRPr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915" name="Google Shape;2915;p39">
            <a:extLst>
              <a:ext uri="{FF2B5EF4-FFF2-40B4-BE49-F238E27FC236}">
                <a16:creationId xmlns:a16="http://schemas.microsoft.com/office/drawing/2014/main" id="{937BCCF1-FA44-DC9B-776F-47178B5B38C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4520" y="1246320"/>
            <a:ext cx="4379304" cy="31716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fr-FR" sz="1600" dirty="0"/>
              <a:t>L'objectif principal de ce projet est de comprendre et appliquer un pipeline complet de machine </a:t>
            </a:r>
            <a:r>
              <a:rPr lang="fr-FR" sz="1600" dirty="0" err="1"/>
              <a:t>learning</a:t>
            </a:r>
            <a:r>
              <a:rPr lang="fr-FR" sz="1600" dirty="0"/>
              <a:t>. Les participants apprendront à utiliser des outils tels que Pandas pour la manipulation des </a:t>
            </a:r>
            <a:r>
              <a:rPr lang="fr-FR" sz="1600" dirty="0">
                <a:latin typeface="+mj-lt"/>
              </a:rPr>
              <a:t>données</a:t>
            </a:r>
            <a:r>
              <a:rPr lang="fr-FR" sz="1600" dirty="0"/>
              <a:t>, </a:t>
            </a:r>
            <a:r>
              <a:rPr lang="fr-FR" sz="1600" dirty="0" err="1"/>
              <a:t>Seaborn</a:t>
            </a:r>
            <a:r>
              <a:rPr lang="fr-FR" sz="1600" dirty="0"/>
              <a:t> pour la visualisation, ainsi que </a:t>
            </a:r>
            <a:r>
              <a:rPr lang="fr-FR" sz="1600" dirty="0" err="1"/>
              <a:t>Keras</a:t>
            </a:r>
            <a:r>
              <a:rPr lang="fr-FR" sz="1600" dirty="0"/>
              <a:t> et </a:t>
            </a:r>
            <a:r>
              <a:rPr lang="fr-FR" sz="1600" dirty="0" err="1"/>
              <a:t>PyTorch</a:t>
            </a:r>
            <a:r>
              <a:rPr lang="fr-FR" sz="1600" dirty="0"/>
              <a:t> pour la modélisation. En explorant des cas pratiques comme la prédiction immobilière à Dakar et la classification Iris, les apprenants développeront des compétences essentielles pour analyser des données et construire des modèles prédictifs efficaces.</a:t>
            </a:r>
          </a:p>
          <a:p>
            <a:pPr marL="0" lvl="0" indent="0" algn="l"/>
            <a:endParaRPr lang="fr-FR" sz="1600" dirty="0"/>
          </a:p>
        </p:txBody>
      </p:sp>
      <p:grpSp>
        <p:nvGrpSpPr>
          <p:cNvPr id="2917" name="Google Shape;2917;p39">
            <a:extLst>
              <a:ext uri="{FF2B5EF4-FFF2-40B4-BE49-F238E27FC236}">
                <a16:creationId xmlns:a16="http://schemas.microsoft.com/office/drawing/2014/main" id="{410B37E1-62E2-48DC-E6B0-326FC90D9013}"/>
              </a:ext>
            </a:extLst>
          </p:cNvPr>
          <p:cNvGrpSpPr/>
          <p:nvPr/>
        </p:nvGrpSpPr>
        <p:grpSpPr>
          <a:xfrm rot="-5400000">
            <a:off x="2746096" y="-164363"/>
            <a:ext cx="1823016" cy="296643"/>
            <a:chOff x="7857346" y="3902355"/>
            <a:chExt cx="1823016" cy="296643"/>
          </a:xfrm>
        </p:grpSpPr>
        <p:sp>
          <p:nvSpPr>
            <p:cNvPr id="2918" name="Google Shape;2918;p39">
              <a:extLst>
                <a:ext uri="{FF2B5EF4-FFF2-40B4-BE49-F238E27FC236}">
                  <a16:creationId xmlns:a16="http://schemas.microsoft.com/office/drawing/2014/main" id="{29991FB1-5760-C51A-186F-8B1442A9D666}"/>
                </a:ext>
              </a:extLst>
            </p:cNvPr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9">
              <a:extLst>
                <a:ext uri="{FF2B5EF4-FFF2-40B4-BE49-F238E27FC236}">
                  <a16:creationId xmlns:a16="http://schemas.microsoft.com/office/drawing/2014/main" id="{6AC29A2B-C08F-EBB3-6501-73DE397BC472}"/>
                </a:ext>
              </a:extLst>
            </p:cNvPr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9">
              <a:extLst>
                <a:ext uri="{FF2B5EF4-FFF2-40B4-BE49-F238E27FC236}">
                  <a16:creationId xmlns:a16="http://schemas.microsoft.com/office/drawing/2014/main" id="{6332CC80-1CAF-6DFB-EBEA-4DD55F973407}"/>
                </a:ext>
              </a:extLst>
            </p:cNvPr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9">
              <a:extLst>
                <a:ext uri="{FF2B5EF4-FFF2-40B4-BE49-F238E27FC236}">
                  <a16:creationId xmlns:a16="http://schemas.microsoft.com/office/drawing/2014/main" id="{FCD9E32B-7000-0564-2554-30B2C8590C03}"/>
                </a:ext>
              </a:extLst>
            </p:cNvPr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9">
              <a:extLst>
                <a:ext uri="{FF2B5EF4-FFF2-40B4-BE49-F238E27FC236}">
                  <a16:creationId xmlns:a16="http://schemas.microsoft.com/office/drawing/2014/main" id="{C0AFC8C1-0E67-A6D8-8DCB-25AB2727BD29}"/>
                </a:ext>
              </a:extLst>
            </p:cNvPr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9">
              <a:extLst>
                <a:ext uri="{FF2B5EF4-FFF2-40B4-BE49-F238E27FC236}">
                  <a16:creationId xmlns:a16="http://schemas.microsoft.com/office/drawing/2014/main" id="{A8C0AAB4-1E0E-564D-F2C8-5CCD410A7F05}"/>
                </a:ext>
              </a:extLst>
            </p:cNvPr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4" name="Google Shape;2924;p39">
            <a:extLst>
              <a:ext uri="{FF2B5EF4-FFF2-40B4-BE49-F238E27FC236}">
                <a16:creationId xmlns:a16="http://schemas.microsoft.com/office/drawing/2014/main" id="{E75A60AE-281C-A940-DE74-CD3B2C79884C}"/>
              </a:ext>
            </a:extLst>
          </p:cNvPr>
          <p:cNvGrpSpPr/>
          <p:nvPr/>
        </p:nvGrpSpPr>
        <p:grpSpPr>
          <a:xfrm rot="5400000">
            <a:off x="1639375" y="1028400"/>
            <a:ext cx="98902" cy="553090"/>
            <a:chOff x="4898850" y="4820550"/>
            <a:chExt cx="98902" cy="553090"/>
          </a:xfrm>
        </p:grpSpPr>
        <p:sp>
          <p:nvSpPr>
            <p:cNvPr id="2925" name="Google Shape;2925;p39">
              <a:extLst>
                <a:ext uri="{FF2B5EF4-FFF2-40B4-BE49-F238E27FC236}">
                  <a16:creationId xmlns:a16="http://schemas.microsoft.com/office/drawing/2014/main" id="{806BF4B8-A36C-E2F9-432E-05C70B61D8C7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9">
              <a:extLst>
                <a:ext uri="{FF2B5EF4-FFF2-40B4-BE49-F238E27FC236}">
                  <a16:creationId xmlns:a16="http://schemas.microsoft.com/office/drawing/2014/main" id="{F97F3E8B-392A-23ED-7408-D87B2B538045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9">
              <a:extLst>
                <a:ext uri="{FF2B5EF4-FFF2-40B4-BE49-F238E27FC236}">
                  <a16:creationId xmlns:a16="http://schemas.microsoft.com/office/drawing/2014/main" id="{C246D4CD-652C-6E2C-6C80-778352C5FDA7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9">
              <a:extLst>
                <a:ext uri="{FF2B5EF4-FFF2-40B4-BE49-F238E27FC236}">
                  <a16:creationId xmlns:a16="http://schemas.microsoft.com/office/drawing/2014/main" id="{DBC666EC-019E-6991-DA0B-97A626E492B8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9">
              <a:extLst>
                <a:ext uri="{FF2B5EF4-FFF2-40B4-BE49-F238E27FC236}">
                  <a16:creationId xmlns:a16="http://schemas.microsoft.com/office/drawing/2014/main" id="{311F0433-F24F-D511-7A6A-E25E4F456499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0" name="Google Shape;2930;p39">
            <a:extLst>
              <a:ext uri="{FF2B5EF4-FFF2-40B4-BE49-F238E27FC236}">
                <a16:creationId xmlns:a16="http://schemas.microsoft.com/office/drawing/2014/main" id="{677C1803-0DC4-9C4B-0C51-9465FCCDE135}"/>
              </a:ext>
            </a:extLst>
          </p:cNvPr>
          <p:cNvGrpSpPr/>
          <p:nvPr/>
        </p:nvGrpSpPr>
        <p:grpSpPr>
          <a:xfrm>
            <a:off x="1609176" y="4434219"/>
            <a:ext cx="1252897" cy="51000"/>
            <a:chOff x="2915381" y="4104819"/>
            <a:chExt cx="1252897" cy="51000"/>
          </a:xfrm>
        </p:grpSpPr>
        <p:sp>
          <p:nvSpPr>
            <p:cNvPr id="2931" name="Google Shape;2931;p39">
              <a:extLst>
                <a:ext uri="{FF2B5EF4-FFF2-40B4-BE49-F238E27FC236}">
                  <a16:creationId xmlns:a16="http://schemas.microsoft.com/office/drawing/2014/main" id="{E7616407-08F0-DD34-193C-3E7E22C91DFD}"/>
                </a:ext>
              </a:extLst>
            </p:cNvPr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9">
              <a:extLst>
                <a:ext uri="{FF2B5EF4-FFF2-40B4-BE49-F238E27FC236}">
                  <a16:creationId xmlns:a16="http://schemas.microsoft.com/office/drawing/2014/main" id="{E94A9A7D-12AC-851E-40C2-44A98A709081}"/>
                </a:ext>
              </a:extLst>
            </p:cNvPr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9">
              <a:extLst>
                <a:ext uri="{FF2B5EF4-FFF2-40B4-BE49-F238E27FC236}">
                  <a16:creationId xmlns:a16="http://schemas.microsoft.com/office/drawing/2014/main" id="{8F7013B2-60FC-32EA-AD45-5C3D19958B8F}"/>
                </a:ext>
              </a:extLst>
            </p:cNvPr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9">
              <a:extLst>
                <a:ext uri="{FF2B5EF4-FFF2-40B4-BE49-F238E27FC236}">
                  <a16:creationId xmlns:a16="http://schemas.microsoft.com/office/drawing/2014/main" id="{3171549E-82CF-FC47-E5C7-49F95AD9E9A6}"/>
                </a:ext>
              </a:extLst>
            </p:cNvPr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9">
              <a:extLst>
                <a:ext uri="{FF2B5EF4-FFF2-40B4-BE49-F238E27FC236}">
                  <a16:creationId xmlns:a16="http://schemas.microsoft.com/office/drawing/2014/main" id="{89115FB5-CEA9-8015-F4E0-1517DA6E6D83}"/>
                </a:ext>
              </a:extLst>
            </p:cNvPr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9">
              <a:extLst>
                <a:ext uri="{FF2B5EF4-FFF2-40B4-BE49-F238E27FC236}">
                  <a16:creationId xmlns:a16="http://schemas.microsoft.com/office/drawing/2014/main" id="{8C316B66-EABD-A785-596D-C6963DC27175}"/>
                </a:ext>
              </a:extLst>
            </p:cNvPr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9">
              <a:extLst>
                <a:ext uri="{FF2B5EF4-FFF2-40B4-BE49-F238E27FC236}">
                  <a16:creationId xmlns:a16="http://schemas.microsoft.com/office/drawing/2014/main" id="{A99F0E7A-00EA-66DE-F4A2-62C4E054D6BA}"/>
                </a:ext>
              </a:extLst>
            </p:cNvPr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9">
              <a:extLst>
                <a:ext uri="{FF2B5EF4-FFF2-40B4-BE49-F238E27FC236}">
                  <a16:creationId xmlns:a16="http://schemas.microsoft.com/office/drawing/2014/main" id="{93116080-BA8E-D4D7-F47B-C4011DCA341F}"/>
                </a:ext>
              </a:extLst>
            </p:cNvPr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9">
              <a:extLst>
                <a:ext uri="{FF2B5EF4-FFF2-40B4-BE49-F238E27FC236}">
                  <a16:creationId xmlns:a16="http://schemas.microsoft.com/office/drawing/2014/main" id="{5463037E-607F-A7F7-1433-07A3D705AC90}"/>
                </a:ext>
              </a:extLst>
            </p:cNvPr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9">
              <a:extLst>
                <a:ext uri="{FF2B5EF4-FFF2-40B4-BE49-F238E27FC236}">
                  <a16:creationId xmlns:a16="http://schemas.microsoft.com/office/drawing/2014/main" id="{C8A9BE58-59FE-1B7F-5226-B3DE755D93A3}"/>
                </a:ext>
              </a:extLst>
            </p:cNvPr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9">
              <a:extLst>
                <a:ext uri="{FF2B5EF4-FFF2-40B4-BE49-F238E27FC236}">
                  <a16:creationId xmlns:a16="http://schemas.microsoft.com/office/drawing/2014/main" id="{CBCBBB29-DEC8-FB8E-2DE0-E65242AD805B}"/>
                </a:ext>
              </a:extLst>
            </p:cNvPr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9">
              <a:extLst>
                <a:ext uri="{FF2B5EF4-FFF2-40B4-BE49-F238E27FC236}">
                  <a16:creationId xmlns:a16="http://schemas.microsoft.com/office/drawing/2014/main" id="{FDEA1778-9372-8A1F-9E28-6FFC0DC9B9B7}"/>
                </a:ext>
              </a:extLst>
            </p:cNvPr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9">
              <a:extLst>
                <a:ext uri="{FF2B5EF4-FFF2-40B4-BE49-F238E27FC236}">
                  <a16:creationId xmlns:a16="http://schemas.microsoft.com/office/drawing/2014/main" id="{8828E348-7E30-C6F6-ADDB-C94DCC3DC5A7}"/>
                </a:ext>
              </a:extLst>
            </p:cNvPr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9">
              <a:extLst>
                <a:ext uri="{FF2B5EF4-FFF2-40B4-BE49-F238E27FC236}">
                  <a16:creationId xmlns:a16="http://schemas.microsoft.com/office/drawing/2014/main" id="{6C132451-D51A-442E-318A-082623441A48}"/>
                </a:ext>
              </a:extLst>
            </p:cNvPr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5" name="Google Shape;2945;p39">
            <a:extLst>
              <a:ext uri="{FF2B5EF4-FFF2-40B4-BE49-F238E27FC236}">
                <a16:creationId xmlns:a16="http://schemas.microsoft.com/office/drawing/2014/main" id="{B397FEBA-F3DC-B80B-BFDF-46C9DE6E234E}"/>
              </a:ext>
            </a:extLst>
          </p:cNvPr>
          <p:cNvGrpSpPr/>
          <p:nvPr/>
        </p:nvGrpSpPr>
        <p:grpSpPr>
          <a:xfrm>
            <a:off x="5495767" y="691791"/>
            <a:ext cx="1105976" cy="133969"/>
            <a:chOff x="8183182" y="663852"/>
            <a:chExt cx="1475028" cy="178673"/>
          </a:xfrm>
        </p:grpSpPr>
        <p:grpSp>
          <p:nvGrpSpPr>
            <p:cNvPr id="2946" name="Google Shape;2946;p39">
              <a:extLst>
                <a:ext uri="{FF2B5EF4-FFF2-40B4-BE49-F238E27FC236}">
                  <a16:creationId xmlns:a16="http://schemas.microsoft.com/office/drawing/2014/main" id="{FE23D5CB-12D2-BB6D-8A6E-A0CBABFD38C4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47" name="Google Shape;2947;p39">
                <a:extLst>
                  <a:ext uri="{FF2B5EF4-FFF2-40B4-BE49-F238E27FC236}">
                    <a16:creationId xmlns:a16="http://schemas.microsoft.com/office/drawing/2014/main" id="{D348E717-5C80-38D6-BEA1-A42B0DC36BB0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39">
                <a:extLst>
                  <a:ext uri="{FF2B5EF4-FFF2-40B4-BE49-F238E27FC236}">
                    <a16:creationId xmlns:a16="http://schemas.microsoft.com/office/drawing/2014/main" id="{DC8A8B36-BF12-8B48-10A9-9C637496CF32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39">
                <a:extLst>
                  <a:ext uri="{FF2B5EF4-FFF2-40B4-BE49-F238E27FC236}">
                    <a16:creationId xmlns:a16="http://schemas.microsoft.com/office/drawing/2014/main" id="{F7995208-6F04-9834-803A-3F375ACE441E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39">
                <a:extLst>
                  <a:ext uri="{FF2B5EF4-FFF2-40B4-BE49-F238E27FC236}">
                    <a16:creationId xmlns:a16="http://schemas.microsoft.com/office/drawing/2014/main" id="{20BDCA31-393F-8E0B-BDFB-3B4EB22E1688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39">
                <a:extLst>
                  <a:ext uri="{FF2B5EF4-FFF2-40B4-BE49-F238E27FC236}">
                    <a16:creationId xmlns:a16="http://schemas.microsoft.com/office/drawing/2014/main" id="{E36D9125-4E0B-2DA4-3703-11B5F6A7517E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39">
                <a:extLst>
                  <a:ext uri="{FF2B5EF4-FFF2-40B4-BE49-F238E27FC236}">
                    <a16:creationId xmlns:a16="http://schemas.microsoft.com/office/drawing/2014/main" id="{2099A4CC-C82D-27F8-62DA-7F3085969C90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39">
                <a:extLst>
                  <a:ext uri="{FF2B5EF4-FFF2-40B4-BE49-F238E27FC236}">
                    <a16:creationId xmlns:a16="http://schemas.microsoft.com/office/drawing/2014/main" id="{42DAF8DC-53C1-4DE1-58BE-E5FA95D687B6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39">
                <a:extLst>
                  <a:ext uri="{FF2B5EF4-FFF2-40B4-BE49-F238E27FC236}">
                    <a16:creationId xmlns:a16="http://schemas.microsoft.com/office/drawing/2014/main" id="{42AB41AF-7F00-1100-0D97-77B8627E2B9F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39">
                <a:extLst>
                  <a:ext uri="{FF2B5EF4-FFF2-40B4-BE49-F238E27FC236}">
                    <a16:creationId xmlns:a16="http://schemas.microsoft.com/office/drawing/2014/main" id="{F8678BC8-DCA0-3FBC-9CD5-B4D6D10904BF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39">
                <a:extLst>
                  <a:ext uri="{FF2B5EF4-FFF2-40B4-BE49-F238E27FC236}">
                    <a16:creationId xmlns:a16="http://schemas.microsoft.com/office/drawing/2014/main" id="{58DEE622-526A-A154-3F17-872C54602AD1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7" name="Google Shape;2957;p39">
              <a:extLst>
                <a:ext uri="{FF2B5EF4-FFF2-40B4-BE49-F238E27FC236}">
                  <a16:creationId xmlns:a16="http://schemas.microsoft.com/office/drawing/2014/main" id="{3D9ACDC2-99C6-1A74-61BC-0394ECE50E34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58" name="Google Shape;2958;p39">
                <a:extLst>
                  <a:ext uri="{FF2B5EF4-FFF2-40B4-BE49-F238E27FC236}">
                    <a16:creationId xmlns:a16="http://schemas.microsoft.com/office/drawing/2014/main" id="{74A4080B-385D-B3EF-3531-280A2B3C599D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39">
                <a:extLst>
                  <a:ext uri="{FF2B5EF4-FFF2-40B4-BE49-F238E27FC236}">
                    <a16:creationId xmlns:a16="http://schemas.microsoft.com/office/drawing/2014/main" id="{349A6AD5-F7F2-CD99-E54A-7640CC9C4B49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39">
                <a:extLst>
                  <a:ext uri="{FF2B5EF4-FFF2-40B4-BE49-F238E27FC236}">
                    <a16:creationId xmlns:a16="http://schemas.microsoft.com/office/drawing/2014/main" id="{44598A84-53C4-80C6-A2F2-0262414FE2DD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39">
                <a:extLst>
                  <a:ext uri="{FF2B5EF4-FFF2-40B4-BE49-F238E27FC236}">
                    <a16:creationId xmlns:a16="http://schemas.microsoft.com/office/drawing/2014/main" id="{9E777CC3-0263-A39A-4BB9-C3CB0B6C917B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39">
                <a:extLst>
                  <a:ext uri="{FF2B5EF4-FFF2-40B4-BE49-F238E27FC236}">
                    <a16:creationId xmlns:a16="http://schemas.microsoft.com/office/drawing/2014/main" id="{11E5106F-F306-EBD0-0443-14DF7ABF0144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39">
                <a:extLst>
                  <a:ext uri="{FF2B5EF4-FFF2-40B4-BE49-F238E27FC236}">
                    <a16:creationId xmlns:a16="http://schemas.microsoft.com/office/drawing/2014/main" id="{1BACE609-ED57-76F7-E3A5-ECAAFE433029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39">
                <a:extLst>
                  <a:ext uri="{FF2B5EF4-FFF2-40B4-BE49-F238E27FC236}">
                    <a16:creationId xmlns:a16="http://schemas.microsoft.com/office/drawing/2014/main" id="{B1175B31-2039-F74B-6267-CFAB508F59AB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39">
                <a:extLst>
                  <a:ext uri="{FF2B5EF4-FFF2-40B4-BE49-F238E27FC236}">
                    <a16:creationId xmlns:a16="http://schemas.microsoft.com/office/drawing/2014/main" id="{898AA5CE-654D-1018-62A8-04E0EAC136FC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39">
                <a:extLst>
                  <a:ext uri="{FF2B5EF4-FFF2-40B4-BE49-F238E27FC236}">
                    <a16:creationId xmlns:a16="http://schemas.microsoft.com/office/drawing/2014/main" id="{C7391F72-4EE8-1BE5-9184-80A153D1CDC1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39">
                <a:extLst>
                  <a:ext uri="{FF2B5EF4-FFF2-40B4-BE49-F238E27FC236}">
                    <a16:creationId xmlns:a16="http://schemas.microsoft.com/office/drawing/2014/main" id="{73F8B3B5-6338-4DA3-4C1F-E850EFAD7087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68" name="Google Shape;2968;p39">
            <a:extLst>
              <a:ext uri="{FF2B5EF4-FFF2-40B4-BE49-F238E27FC236}">
                <a16:creationId xmlns:a16="http://schemas.microsoft.com/office/drawing/2014/main" id="{4BBF10B3-F5BA-CA7A-EA35-1F5EECEB3660}"/>
              </a:ext>
            </a:extLst>
          </p:cNvPr>
          <p:cNvGrpSpPr/>
          <p:nvPr/>
        </p:nvGrpSpPr>
        <p:grpSpPr>
          <a:xfrm rot="5400000">
            <a:off x="5968600" y="4273462"/>
            <a:ext cx="98902" cy="553090"/>
            <a:chOff x="4898850" y="4820550"/>
            <a:chExt cx="98902" cy="553090"/>
          </a:xfrm>
        </p:grpSpPr>
        <p:sp>
          <p:nvSpPr>
            <p:cNvPr id="2969" name="Google Shape;2969;p39">
              <a:extLst>
                <a:ext uri="{FF2B5EF4-FFF2-40B4-BE49-F238E27FC236}">
                  <a16:creationId xmlns:a16="http://schemas.microsoft.com/office/drawing/2014/main" id="{BB9B93B5-9BB6-6152-5876-23A3C17B41E4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9">
              <a:extLst>
                <a:ext uri="{FF2B5EF4-FFF2-40B4-BE49-F238E27FC236}">
                  <a16:creationId xmlns:a16="http://schemas.microsoft.com/office/drawing/2014/main" id="{F67DD871-2768-5C50-4874-827D42597B62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9">
              <a:extLst>
                <a:ext uri="{FF2B5EF4-FFF2-40B4-BE49-F238E27FC236}">
                  <a16:creationId xmlns:a16="http://schemas.microsoft.com/office/drawing/2014/main" id="{9CCC8D15-9CF9-0425-2C71-0FD5CEF77C30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9">
              <a:extLst>
                <a:ext uri="{FF2B5EF4-FFF2-40B4-BE49-F238E27FC236}">
                  <a16:creationId xmlns:a16="http://schemas.microsoft.com/office/drawing/2014/main" id="{0B01C014-1CF6-C1C9-65C9-D0ABE036877D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9">
              <a:extLst>
                <a:ext uri="{FF2B5EF4-FFF2-40B4-BE49-F238E27FC236}">
                  <a16:creationId xmlns:a16="http://schemas.microsoft.com/office/drawing/2014/main" id="{52B0BFD9-E82E-0F6A-DBB4-2959FCE2E4E5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B0C0F1AB-905A-474F-1FD1-C41DCA35DA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312672"/>
              </p:ext>
            </p:extLst>
          </p:nvPr>
        </p:nvGraphicFramePr>
        <p:xfrm>
          <a:off x="4634130" y="1222512"/>
          <a:ext cx="3750287" cy="3722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Google Shape;2779;p36">
            <a:extLst>
              <a:ext uri="{FF2B5EF4-FFF2-40B4-BE49-F238E27FC236}">
                <a16:creationId xmlns:a16="http://schemas.microsoft.com/office/drawing/2014/main" id="{63CC3FCD-646F-7CA3-E068-6D43620C9B42}"/>
              </a:ext>
            </a:extLst>
          </p:cNvPr>
          <p:cNvSpPr txBox="1">
            <a:spLocks/>
          </p:cNvSpPr>
          <p:nvPr/>
        </p:nvSpPr>
        <p:spPr>
          <a:xfrm>
            <a:off x="7163610" y="4595594"/>
            <a:ext cx="883813" cy="561513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500" b="1" i="0" u="none" strike="noStrike" cap="non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l"/>
            <a:r>
              <a:rPr lang="en" i="1" dirty="0">
                <a:solidFill>
                  <a:schemeClr val="tx1"/>
                </a:solidFill>
                <a:latin typeface="+mj-l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683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914" grpId="0"/>
      <p:bldP spid="2915" grpId="0" build="p"/>
      <p:bldGraphic spid="9" grpId="0">
        <p:bldAsOne/>
      </p:bldGraphic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Google Shape;3039;p42"/>
          <p:cNvSpPr txBox="1">
            <a:spLocks noGrp="1"/>
          </p:cNvSpPr>
          <p:nvPr>
            <p:ph type="title"/>
          </p:nvPr>
        </p:nvSpPr>
        <p:spPr>
          <a:xfrm>
            <a:off x="1682871" y="267369"/>
            <a:ext cx="5021629" cy="805565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>
                <a:solidFill>
                  <a:srgbClr val="E1E6F6"/>
                </a:solidFill>
                <a:latin typeface="+mj-lt"/>
                <a:ea typeface="Codec Pro Ultra-Bold"/>
                <a:cs typeface="Codec Pro Ultra-Bold"/>
                <a:sym typeface="Codec Pro Ultra-Bold"/>
              </a:rPr>
              <a:t>ENVIRONNEMENT</a:t>
            </a:r>
            <a:br>
              <a:rPr lang="en-US" dirty="0">
                <a:solidFill>
                  <a:srgbClr val="E1E6F6"/>
                </a:solidFill>
                <a:latin typeface="+mj-lt"/>
                <a:ea typeface="Codec Pro Ultra-Bold"/>
                <a:cs typeface="Codec Pro Ultra-Bold"/>
                <a:sym typeface="Codec Pro Ultra-Bold"/>
              </a:rPr>
            </a:br>
            <a:r>
              <a:rPr lang="en-US" dirty="0">
                <a:solidFill>
                  <a:srgbClr val="E1E6F6"/>
                </a:solidFill>
                <a:latin typeface="+mj-lt"/>
                <a:ea typeface="Codec Pro Ultra-Bold"/>
                <a:cs typeface="Codec Pro Ultra-Bold"/>
                <a:sym typeface="Codec Pro Ultra-Bold"/>
              </a:rPr>
              <a:t> </a:t>
            </a:r>
            <a:r>
              <a:rPr lang="en-US" dirty="0">
                <a:solidFill>
                  <a:schemeClr val="accent2"/>
                </a:solidFill>
                <a:latin typeface="+mj-lt"/>
                <a:ea typeface="Codec Pro Ultra-Bold"/>
                <a:cs typeface="Codec Pro Ultra-Bold"/>
                <a:sym typeface="Codec Pro Ultra-Bold"/>
              </a:rPr>
              <a:t>ET BIBLIOTHEQUES</a:t>
            </a:r>
            <a:endParaRPr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3040" name="Google Shape;3040;p42"/>
          <p:cNvSpPr txBox="1">
            <a:spLocks noGrp="1"/>
          </p:cNvSpPr>
          <p:nvPr>
            <p:ph type="title" idx="2"/>
          </p:nvPr>
        </p:nvSpPr>
        <p:spPr>
          <a:xfrm>
            <a:off x="118193" y="1240682"/>
            <a:ext cx="1462784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accent2"/>
                </a:solidFill>
                <a:latin typeface="+mj-lt"/>
                <a:ea typeface="Codec Pro"/>
                <a:cs typeface="Codec Pro"/>
                <a:sym typeface="Codec Pro"/>
              </a:rPr>
              <a:t>Pandas</a:t>
            </a:r>
            <a:endParaRPr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3041" name="Google Shape;3041;p42"/>
          <p:cNvSpPr txBox="1">
            <a:spLocks noGrp="1"/>
          </p:cNvSpPr>
          <p:nvPr>
            <p:ph type="subTitle" idx="1"/>
          </p:nvPr>
        </p:nvSpPr>
        <p:spPr>
          <a:xfrm>
            <a:off x="15222" y="2807932"/>
            <a:ext cx="1556537" cy="8067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>
                <a:latin typeface="+mj-lt"/>
              </a:rPr>
              <a:t>Manipulation et l’exploration des données</a:t>
            </a:r>
            <a:endParaRPr dirty="0">
              <a:latin typeface="+mj-lt"/>
            </a:endParaRPr>
          </a:p>
        </p:txBody>
      </p:sp>
      <p:sp>
        <p:nvSpPr>
          <p:cNvPr id="3042" name="Google Shape;3042;p42"/>
          <p:cNvSpPr txBox="1">
            <a:spLocks noGrp="1"/>
          </p:cNvSpPr>
          <p:nvPr>
            <p:ph type="title" idx="3"/>
          </p:nvPr>
        </p:nvSpPr>
        <p:spPr>
          <a:xfrm>
            <a:off x="1122305" y="1269334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accent2"/>
                </a:solidFill>
                <a:latin typeface="+mj-lt"/>
                <a:ea typeface="Codec Pro"/>
                <a:cs typeface="Codec Pro"/>
                <a:sym typeface="Codec Pro"/>
              </a:rPr>
              <a:t>Seaborn</a:t>
            </a:r>
            <a:endParaRPr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3043" name="Google Shape;3043;p42"/>
          <p:cNvSpPr txBox="1">
            <a:spLocks noGrp="1"/>
          </p:cNvSpPr>
          <p:nvPr>
            <p:ph type="subTitle" idx="4"/>
          </p:nvPr>
        </p:nvSpPr>
        <p:spPr>
          <a:xfrm>
            <a:off x="1580977" y="2879859"/>
            <a:ext cx="1677842" cy="60788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>
                <a:solidFill>
                  <a:srgbClr val="E1E6F6"/>
                </a:solidFill>
                <a:latin typeface="+mj-lt"/>
                <a:ea typeface="Codec Pro"/>
                <a:cs typeface="Codec Pro"/>
                <a:sym typeface="Codec Pro"/>
              </a:rPr>
              <a:t>Visualization</a:t>
            </a:r>
            <a:r>
              <a:rPr lang="fr-FR" dirty="0">
                <a:latin typeface="+mj-lt"/>
              </a:rPr>
              <a:t> statistiques</a:t>
            </a:r>
            <a:r>
              <a:rPr lang="en-US" dirty="0">
                <a:solidFill>
                  <a:srgbClr val="E1E6F6"/>
                </a:solidFill>
                <a:latin typeface="+mj-lt"/>
                <a:ea typeface="Codec Pro"/>
                <a:cs typeface="Codec Pro"/>
                <a:sym typeface="Codec Pro"/>
              </a:rPr>
              <a:t> des données</a:t>
            </a:r>
            <a:endParaRPr dirty="0">
              <a:latin typeface="+mj-lt"/>
            </a:endParaRPr>
          </a:p>
        </p:txBody>
      </p:sp>
      <p:sp>
        <p:nvSpPr>
          <p:cNvPr id="3044" name="Google Shape;3044;p42"/>
          <p:cNvSpPr txBox="1">
            <a:spLocks noGrp="1"/>
          </p:cNvSpPr>
          <p:nvPr>
            <p:ph type="title" idx="5"/>
          </p:nvPr>
        </p:nvSpPr>
        <p:spPr>
          <a:xfrm>
            <a:off x="3202618" y="1240682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+mj-lt"/>
              </a:rPr>
              <a:t>Pytorch</a:t>
            </a:r>
            <a:endParaRPr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3045" name="Google Shape;3045;p42"/>
          <p:cNvSpPr txBox="1">
            <a:spLocks noGrp="1"/>
          </p:cNvSpPr>
          <p:nvPr>
            <p:ph type="subTitle" idx="6"/>
          </p:nvPr>
        </p:nvSpPr>
        <p:spPr>
          <a:xfrm>
            <a:off x="3320088" y="2919597"/>
            <a:ext cx="2041228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>
                <a:latin typeface="+mj-lt"/>
              </a:rPr>
              <a:t>Création de modèles de machine </a:t>
            </a:r>
            <a:r>
              <a:rPr lang="fr-FR" dirty="0" err="1">
                <a:latin typeface="+mj-lt"/>
              </a:rPr>
              <a:t>learning</a:t>
            </a:r>
            <a:r>
              <a:rPr lang="fr-FR" dirty="0">
                <a:latin typeface="+mj-lt"/>
              </a:rPr>
              <a:t> avec contrôle granulaire</a:t>
            </a:r>
            <a:endParaRPr dirty="0">
              <a:latin typeface="+mj-lt"/>
            </a:endParaRPr>
          </a:p>
        </p:txBody>
      </p:sp>
      <p:grpSp>
        <p:nvGrpSpPr>
          <p:cNvPr id="3046" name="Google Shape;3046;p42"/>
          <p:cNvGrpSpPr/>
          <p:nvPr/>
        </p:nvGrpSpPr>
        <p:grpSpPr>
          <a:xfrm>
            <a:off x="5419567" y="4501791"/>
            <a:ext cx="1105976" cy="133969"/>
            <a:chOff x="8183182" y="663852"/>
            <a:chExt cx="1475028" cy="178673"/>
          </a:xfrm>
        </p:grpSpPr>
        <p:grpSp>
          <p:nvGrpSpPr>
            <p:cNvPr id="3047" name="Google Shape;3047;p4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048" name="Google Shape;3048;p4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49" name="Google Shape;3049;p4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50" name="Google Shape;3050;p4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51" name="Google Shape;3051;p4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52" name="Google Shape;3052;p4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53" name="Google Shape;3053;p4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54" name="Google Shape;3054;p4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55" name="Google Shape;3055;p4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56" name="Google Shape;3056;p4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57" name="Google Shape;3057;p4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  <p:grpSp>
          <p:nvGrpSpPr>
            <p:cNvPr id="3058" name="Google Shape;3058;p4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059" name="Google Shape;3059;p4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60" name="Google Shape;3060;p4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61" name="Google Shape;3061;p4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62" name="Google Shape;3062;p4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63" name="Google Shape;3063;p4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64" name="Google Shape;3064;p4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65" name="Google Shape;3065;p4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66" name="Google Shape;3066;p4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67" name="Google Shape;3067;p4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068" name="Google Shape;3068;p4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29BC9B80-190B-F06F-1138-D78E99232519}"/>
              </a:ext>
            </a:extLst>
          </p:cNvPr>
          <p:cNvSpPr txBox="1"/>
          <p:nvPr/>
        </p:nvSpPr>
        <p:spPr>
          <a:xfrm>
            <a:off x="588615" y="54193"/>
            <a:ext cx="18508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Exo"/>
              <a:buNone/>
              <a:tabLst/>
              <a:defRPr/>
            </a:pPr>
            <a:r>
              <a:rPr kumimoji="0" lang="en" sz="8000" b="1" i="0" u="none" strike="noStrike" kern="0" cap="none" spc="0" normalizeH="0" baseline="0" noProof="0" dirty="0">
                <a:ln>
                  <a:noFill/>
                </a:ln>
                <a:solidFill>
                  <a:srgbClr val="8FFFFF"/>
                </a:solidFill>
                <a:effectLst/>
                <a:uLnTx/>
                <a:uFillTx/>
                <a:latin typeface="+mj-lt"/>
                <a:sym typeface="Exo"/>
              </a:rPr>
              <a:t>02</a:t>
            </a: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067527B7-BD51-805A-B56B-D77A7C7EE1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8737232"/>
              </p:ext>
            </p:extLst>
          </p:nvPr>
        </p:nvGraphicFramePr>
        <p:xfrm>
          <a:off x="3771935" y="1625420"/>
          <a:ext cx="1112712" cy="1176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Image 9">
            <a:extLst>
              <a:ext uri="{FF2B5EF4-FFF2-40B4-BE49-F238E27FC236}">
                <a16:creationId xmlns:a16="http://schemas.microsoft.com/office/drawing/2014/main" id="{C8D02F45-79DA-223C-AA09-A3247D4FAB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455" b="89351" l="6289" r="93082">
                        <a14:foregroundMark x1="26730" y1="12208" x2="7233" y2="43117"/>
                        <a14:foregroundMark x1="7233" y1="43117" x2="35220" y2="68831"/>
                        <a14:foregroundMark x1="35220" y1="68831" x2="55975" y2="20779"/>
                        <a14:foregroundMark x1="55975" y1="20779" x2="17925" y2="19740"/>
                        <a14:foregroundMark x1="17925" y1="19740" x2="54717" y2="3377"/>
                        <a14:foregroundMark x1="54717" y1="3377" x2="92138" y2="27792"/>
                        <a14:foregroundMark x1="92138" y1="27792" x2="79874" y2="65455"/>
                        <a14:foregroundMark x1="79874" y1="65455" x2="38994" y2="69610"/>
                        <a14:foregroundMark x1="16981" y1="56623" x2="49686" y2="68571"/>
                        <a14:foregroundMark x1="49686" y1="68571" x2="12893" y2="56623"/>
                        <a14:foregroundMark x1="12893" y1="56623" x2="50314" y2="56104"/>
                        <a14:foregroundMark x1="50314" y1="56104" x2="51258" y2="66753"/>
                        <a14:foregroundMark x1="19182" y1="17143" x2="56289" y2="5714"/>
                        <a14:foregroundMark x1="56289" y1="5714" x2="30818" y2="47273"/>
                        <a14:foregroundMark x1="30818" y1="47273" x2="60377" y2="65195"/>
                        <a14:foregroundMark x1="60377" y1="65195" x2="61006" y2="58442"/>
                        <a14:foregroundMark x1="6289" y1="37143" x2="23899" y2="70909"/>
                        <a14:foregroundMark x1="23899" y1="70909" x2="55975" y2="78442"/>
                        <a14:foregroundMark x1="55975" y1="78442" x2="86478" y2="62338"/>
                        <a14:foregroundMark x1="86478" y1="62338" x2="93082" y2="53506"/>
                        <a14:foregroundMark x1="6289" y1="38442" x2="11321" y2="607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1759" y="1526639"/>
            <a:ext cx="1462784" cy="123423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83FF88A-F4C5-8B8C-CF55-46E9900543B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50" b="89936" l="9932" r="93333">
                        <a14:foregroundMark x1="83673" y1="63169" x2="84354" y2="74304"/>
                        <a14:foregroundMark x1="83265" y1="28694" x2="86259" y2="26981"/>
                        <a14:foregroundMark x1="82585" y1="12206" x2="86667" y2="33833"/>
                        <a14:foregroundMark x1="92245" y1="20557" x2="93333" y2="304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58421" y="1422462"/>
            <a:ext cx="1680726" cy="117600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B49E85A7-C67A-ACE9-2A5B-5A5C3AA1938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92600" y="1353191"/>
            <a:ext cx="2112421" cy="1688852"/>
          </a:xfrm>
          <a:prstGeom prst="rect">
            <a:avLst/>
          </a:prstGeom>
        </p:spPr>
      </p:pic>
      <p:sp>
        <p:nvSpPr>
          <p:cNvPr id="21" name="Google Shape;3040;p42">
            <a:extLst>
              <a:ext uri="{FF2B5EF4-FFF2-40B4-BE49-F238E27FC236}">
                <a16:creationId xmlns:a16="http://schemas.microsoft.com/office/drawing/2014/main" id="{DD0BFBBA-928D-A666-78AE-E6EF4C33A16E}"/>
              </a:ext>
            </a:extLst>
          </p:cNvPr>
          <p:cNvSpPr txBox="1">
            <a:spLocks/>
          </p:cNvSpPr>
          <p:nvPr/>
        </p:nvSpPr>
        <p:spPr>
          <a:xfrm>
            <a:off x="5869966" y="1253676"/>
            <a:ext cx="1462784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18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dirty="0" err="1">
                <a:solidFill>
                  <a:schemeClr val="accent2"/>
                </a:solidFill>
                <a:latin typeface="+mj-lt"/>
                <a:ea typeface="Codec Pro"/>
                <a:cs typeface="Codec Pro"/>
                <a:sym typeface="Codec Pro"/>
              </a:rPr>
              <a:t>Keras</a:t>
            </a:r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357756B-A761-3254-4C9E-AF62F523BDF0}"/>
              </a:ext>
            </a:extLst>
          </p:cNvPr>
          <p:cNvSpPr txBox="1"/>
          <p:nvPr/>
        </p:nvSpPr>
        <p:spPr>
          <a:xfrm>
            <a:off x="5563098" y="2848494"/>
            <a:ext cx="21124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+mj-lt"/>
              </a:rPr>
              <a:t>Développement rapide de modèles avec API haut niveau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B61455A-60C1-5655-7F2E-4973A622F215}"/>
              </a:ext>
            </a:extLst>
          </p:cNvPr>
          <p:cNvSpPr txBox="1"/>
          <p:nvPr/>
        </p:nvSpPr>
        <p:spPr>
          <a:xfrm>
            <a:off x="3744562" y="4420746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>
              <a:latin typeface="+mj-lt"/>
            </a:endParaRPr>
          </a:p>
        </p:txBody>
      </p:sp>
      <p:sp>
        <p:nvSpPr>
          <p:cNvPr id="28" name="Flèche : droite 27">
            <a:extLst>
              <a:ext uri="{FF2B5EF4-FFF2-40B4-BE49-F238E27FC236}">
                <a16:creationId xmlns:a16="http://schemas.microsoft.com/office/drawing/2014/main" id="{B8926BB3-F211-0D5D-1805-9FAB2FB1DCDA}"/>
              </a:ext>
            </a:extLst>
          </p:cNvPr>
          <p:cNvSpPr/>
          <p:nvPr/>
        </p:nvSpPr>
        <p:spPr>
          <a:xfrm>
            <a:off x="-1" y="4037568"/>
            <a:ext cx="8085221" cy="1226170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+mj-lt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2AB790F-746A-6E2F-F338-770C5F5FE14D}"/>
              </a:ext>
            </a:extLst>
          </p:cNvPr>
          <p:cNvSpPr txBox="1"/>
          <p:nvPr/>
        </p:nvSpPr>
        <p:spPr>
          <a:xfrm>
            <a:off x="1358885" y="4165893"/>
            <a:ext cx="5367448" cy="110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ctr">
              <a:lnSpc>
                <a:spcPts val="3120"/>
              </a:lnSpc>
            </a:pPr>
            <a:r>
              <a:rPr lang="en-US" dirty="0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Pour </a:t>
            </a:r>
            <a:r>
              <a:rPr lang="en-US" dirty="0" err="1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l’Installation</a:t>
            </a:r>
            <a:r>
              <a:rPr lang="en-US" dirty="0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ces</a:t>
            </a:r>
            <a:r>
              <a:rPr lang="en-US" dirty="0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dépendances</a:t>
            </a:r>
            <a:r>
              <a:rPr lang="en-US" dirty="0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 on </a:t>
            </a:r>
            <a:r>
              <a:rPr lang="en-US" dirty="0" err="1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utilise</a:t>
            </a:r>
            <a:r>
              <a:rPr lang="en-US" dirty="0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cette</a:t>
            </a:r>
            <a:r>
              <a:rPr lang="en-US" dirty="0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commande</a:t>
            </a:r>
            <a:endParaRPr lang="en-US" dirty="0">
              <a:solidFill>
                <a:schemeClr val="bg1"/>
              </a:solidFill>
              <a:latin typeface="+mj-lt"/>
              <a:ea typeface="Codec Pro"/>
              <a:cs typeface="Codec Pro"/>
              <a:sym typeface="Codec Pro"/>
            </a:endParaRPr>
          </a:p>
          <a:p>
            <a:pPr marL="0" lvl="0" indent="0" algn="ctr">
              <a:lnSpc>
                <a:spcPts val="3120"/>
              </a:lnSpc>
            </a:pPr>
            <a:r>
              <a:rPr lang="en-US" dirty="0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 pip install pandas seaborn </a:t>
            </a:r>
            <a:r>
              <a:rPr lang="en-US" dirty="0" err="1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numpy</a:t>
            </a:r>
            <a:r>
              <a:rPr lang="en-US" dirty="0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 scikit-learn torch </a:t>
            </a:r>
            <a:r>
              <a:rPr lang="en-US" dirty="0" err="1">
                <a:solidFill>
                  <a:schemeClr val="bg1"/>
                </a:solidFill>
                <a:latin typeface="+mj-lt"/>
                <a:ea typeface="Codec Pro"/>
                <a:cs typeface="Codec Pro"/>
                <a:sym typeface="Codec Pro"/>
              </a:rPr>
              <a:t>tensorflow</a:t>
            </a:r>
            <a:endParaRPr lang="en-US" dirty="0">
              <a:solidFill>
                <a:schemeClr val="bg1"/>
              </a:solidFill>
              <a:latin typeface="+mj-lt"/>
              <a:ea typeface="Codec Pro"/>
              <a:cs typeface="Codec Pro"/>
              <a:sym typeface="Codec Pro"/>
            </a:endParaRPr>
          </a:p>
          <a:p>
            <a:endParaRPr lang="fr-FR" dirty="0">
              <a:latin typeface="+mj-lt"/>
            </a:endParaRPr>
          </a:p>
        </p:txBody>
      </p:sp>
      <p:sp>
        <p:nvSpPr>
          <p:cNvPr id="2" name="Google Shape;2779;p36">
            <a:extLst>
              <a:ext uri="{FF2B5EF4-FFF2-40B4-BE49-F238E27FC236}">
                <a16:creationId xmlns:a16="http://schemas.microsoft.com/office/drawing/2014/main" id="{8B910ACE-351B-EFAA-7712-B42292AF4F5F}"/>
              </a:ext>
            </a:extLst>
          </p:cNvPr>
          <p:cNvSpPr txBox="1">
            <a:spLocks/>
          </p:cNvSpPr>
          <p:nvPr/>
        </p:nvSpPr>
        <p:spPr>
          <a:xfrm>
            <a:off x="8057890" y="4552852"/>
            <a:ext cx="883813" cy="561513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500" b="1" i="0" u="none" strike="noStrike" cap="non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l"/>
            <a:r>
              <a:rPr lang="en" i="1" dirty="0">
                <a:solidFill>
                  <a:schemeClr val="tx1"/>
                </a:solidFill>
                <a:latin typeface="+mj-lt"/>
              </a:rPr>
              <a:t>04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9" grpId="0"/>
      <p:bldP spid="3040" grpId="0"/>
      <p:bldP spid="3041" grpId="0" build="p"/>
      <p:bldP spid="3042" grpId="0"/>
      <p:bldP spid="3043" grpId="0" build="p"/>
      <p:bldP spid="3044" grpId="0"/>
      <p:bldP spid="3045" grpId="0" build="p"/>
      <p:bldP spid="5" grpId="0"/>
      <p:bldGraphic spid="8" grpId="0">
        <p:bldAsOne/>
      </p:bldGraphic>
      <p:bldP spid="21" grpId="0"/>
      <p:bldP spid="24" grpId="0"/>
      <p:bldP spid="28" grpId="0" animBg="1"/>
      <p:bldP spid="29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8">
          <a:extLst>
            <a:ext uri="{FF2B5EF4-FFF2-40B4-BE49-F238E27FC236}">
              <a16:creationId xmlns:a16="http://schemas.microsoft.com/office/drawing/2014/main" id="{19B1B49F-3CE9-E9FE-A0CF-E6F725045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Google Shape;3039;p42">
            <a:extLst>
              <a:ext uri="{FF2B5EF4-FFF2-40B4-BE49-F238E27FC236}">
                <a16:creationId xmlns:a16="http://schemas.microsoft.com/office/drawing/2014/main" id="{1DB64D6C-7B4D-2786-91AF-E8465AAC42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4058" y="313129"/>
            <a:ext cx="5021629" cy="805565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fr-FR" dirty="0">
                <a:latin typeface="+mj-lt"/>
              </a:rPr>
              <a:t>PRINCIPE GÉNÉRAL</a:t>
            </a:r>
            <a:br>
              <a:rPr lang="fr-FR" dirty="0">
                <a:latin typeface="+mj-lt"/>
              </a:rPr>
            </a:br>
            <a:r>
              <a:rPr lang="fr-FR" dirty="0">
                <a:latin typeface="+mj-lt"/>
              </a:rPr>
              <a:t> </a:t>
            </a:r>
            <a:r>
              <a:rPr lang="fr-FR" dirty="0">
                <a:solidFill>
                  <a:schemeClr val="accent2"/>
                </a:solidFill>
                <a:latin typeface="+mj-lt"/>
              </a:rPr>
              <a:t>DU WORKFLOW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2D3EFDC-3825-FA10-DEE4-7D88611C81E8}"/>
              </a:ext>
            </a:extLst>
          </p:cNvPr>
          <p:cNvSpPr txBox="1"/>
          <p:nvPr/>
        </p:nvSpPr>
        <p:spPr>
          <a:xfrm>
            <a:off x="588615" y="54193"/>
            <a:ext cx="18508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Exo"/>
              <a:buNone/>
              <a:tabLst/>
              <a:defRPr/>
            </a:pPr>
            <a:r>
              <a:rPr kumimoji="0" lang="en" sz="8000" b="1" i="0" u="none" strike="noStrike" kern="0" cap="none" spc="0" normalizeH="0" baseline="0" noProof="0" dirty="0">
                <a:ln>
                  <a:noFill/>
                </a:ln>
                <a:solidFill>
                  <a:srgbClr val="8FFFFF"/>
                </a:solidFill>
                <a:effectLst/>
                <a:uLnTx/>
                <a:uFillTx/>
                <a:latin typeface="+mj-lt"/>
                <a:sym typeface="Exo"/>
              </a:rPr>
              <a:t>0</a:t>
            </a:r>
            <a:r>
              <a:rPr lang="en" sz="8000" b="1" dirty="0">
                <a:solidFill>
                  <a:srgbClr val="8FFFFF"/>
                </a:solidFill>
                <a:latin typeface="+mj-lt"/>
                <a:sym typeface="Exo"/>
              </a:rPr>
              <a:t>3</a:t>
            </a:r>
            <a:endParaRPr kumimoji="0" lang="en" sz="8000" b="1" i="0" u="none" strike="noStrike" kern="0" cap="none" spc="0" normalizeH="0" baseline="0" noProof="0" dirty="0">
              <a:ln>
                <a:noFill/>
              </a:ln>
              <a:solidFill>
                <a:srgbClr val="8FFFFF"/>
              </a:solidFill>
              <a:effectLst/>
              <a:uLnTx/>
              <a:uFillTx/>
              <a:latin typeface="+mj-lt"/>
              <a:sym typeface="Exo"/>
            </a:endParaRPr>
          </a:p>
        </p:txBody>
      </p:sp>
      <p:graphicFrame>
        <p:nvGraphicFramePr>
          <p:cNvPr id="22" name="Diagramme 21">
            <a:extLst>
              <a:ext uri="{FF2B5EF4-FFF2-40B4-BE49-F238E27FC236}">
                <a16:creationId xmlns:a16="http://schemas.microsoft.com/office/drawing/2014/main" id="{694F201B-1D76-5E29-C834-3240DE2913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0313090"/>
              </p:ext>
            </p:extLst>
          </p:nvPr>
        </p:nvGraphicFramePr>
        <p:xfrm>
          <a:off x="1416289" y="1365841"/>
          <a:ext cx="6024956" cy="37234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0" name="ZoneTexte 29">
            <a:extLst>
              <a:ext uri="{FF2B5EF4-FFF2-40B4-BE49-F238E27FC236}">
                <a16:creationId xmlns:a16="http://schemas.microsoft.com/office/drawing/2014/main" id="{74233715-F485-5824-1B69-97F9CF2A3239}"/>
              </a:ext>
            </a:extLst>
          </p:cNvPr>
          <p:cNvSpPr txBox="1"/>
          <p:nvPr/>
        </p:nvSpPr>
        <p:spPr>
          <a:xfrm>
            <a:off x="694394" y="1306606"/>
            <a:ext cx="7507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+mj-lt"/>
              </a:rPr>
              <a:t>Le workflow suit une chaîne de traitement allant des données brutes jusqu’au déploiement.</a:t>
            </a:r>
          </a:p>
        </p:txBody>
      </p:sp>
      <p:sp>
        <p:nvSpPr>
          <p:cNvPr id="2" name="Google Shape;2779;p36">
            <a:extLst>
              <a:ext uri="{FF2B5EF4-FFF2-40B4-BE49-F238E27FC236}">
                <a16:creationId xmlns:a16="http://schemas.microsoft.com/office/drawing/2014/main" id="{5EE82DE0-7470-7D9D-7E87-2BBA0835C8C4}"/>
              </a:ext>
            </a:extLst>
          </p:cNvPr>
          <p:cNvSpPr txBox="1">
            <a:spLocks/>
          </p:cNvSpPr>
          <p:nvPr/>
        </p:nvSpPr>
        <p:spPr>
          <a:xfrm>
            <a:off x="7821832" y="4517548"/>
            <a:ext cx="760533" cy="571759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500" b="1" i="0" u="none" strike="noStrike" cap="non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l"/>
            <a:r>
              <a:rPr lang="en" i="1" dirty="0">
                <a:solidFill>
                  <a:schemeClr val="tx1"/>
                </a:solidFill>
                <a:latin typeface="+mj-l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821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9" grpId="0"/>
      <p:bldP spid="5" grpId="0"/>
      <p:bldGraphic spid="22" grpId="0">
        <p:bldAsOne/>
      </p:bldGraphic>
      <p:bldP spid="30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2">
          <a:extLst>
            <a:ext uri="{FF2B5EF4-FFF2-40B4-BE49-F238E27FC236}">
              <a16:creationId xmlns:a16="http://schemas.microsoft.com/office/drawing/2014/main" id="{7CDC276A-6578-9AF5-1B12-BE4FACC02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" name="Google Shape;2765;p35">
            <a:extLst>
              <a:ext uri="{FF2B5EF4-FFF2-40B4-BE49-F238E27FC236}">
                <a16:creationId xmlns:a16="http://schemas.microsoft.com/office/drawing/2014/main" id="{12CD373C-D4E3-4555-83D2-C8A0DD5EE4FF}"/>
              </a:ext>
            </a:extLst>
          </p:cNvPr>
          <p:cNvGrpSpPr/>
          <p:nvPr/>
        </p:nvGrpSpPr>
        <p:grpSpPr>
          <a:xfrm>
            <a:off x="7126489" y="852727"/>
            <a:ext cx="883262" cy="242091"/>
            <a:chOff x="2300350" y="2601250"/>
            <a:chExt cx="2275275" cy="623625"/>
          </a:xfrm>
        </p:grpSpPr>
        <p:sp>
          <p:nvSpPr>
            <p:cNvPr id="2766" name="Google Shape;2766;p35">
              <a:extLst>
                <a:ext uri="{FF2B5EF4-FFF2-40B4-BE49-F238E27FC236}">
                  <a16:creationId xmlns:a16="http://schemas.microsoft.com/office/drawing/2014/main" id="{9F8BC72A-673A-D7DD-A063-7589A01109D1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67" name="Google Shape;2767;p35">
              <a:extLst>
                <a:ext uri="{FF2B5EF4-FFF2-40B4-BE49-F238E27FC236}">
                  <a16:creationId xmlns:a16="http://schemas.microsoft.com/office/drawing/2014/main" id="{8544C393-EEB7-23A2-D3B7-8C099C72FD3F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68" name="Google Shape;2768;p35">
              <a:extLst>
                <a:ext uri="{FF2B5EF4-FFF2-40B4-BE49-F238E27FC236}">
                  <a16:creationId xmlns:a16="http://schemas.microsoft.com/office/drawing/2014/main" id="{14DE3D62-44BE-E5B7-1B61-612F3786B520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69" name="Google Shape;2769;p35">
              <a:extLst>
                <a:ext uri="{FF2B5EF4-FFF2-40B4-BE49-F238E27FC236}">
                  <a16:creationId xmlns:a16="http://schemas.microsoft.com/office/drawing/2014/main" id="{E3F6C5B7-B6DF-F513-0228-76E60A2CAA83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70" name="Google Shape;2770;p35">
              <a:extLst>
                <a:ext uri="{FF2B5EF4-FFF2-40B4-BE49-F238E27FC236}">
                  <a16:creationId xmlns:a16="http://schemas.microsoft.com/office/drawing/2014/main" id="{4730C870-BE19-1BE2-D6F9-D4D8247375BC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71" name="Google Shape;2771;p35">
              <a:extLst>
                <a:ext uri="{FF2B5EF4-FFF2-40B4-BE49-F238E27FC236}">
                  <a16:creationId xmlns:a16="http://schemas.microsoft.com/office/drawing/2014/main" id="{5ACCA286-2217-49FE-ABC0-92ACBB138371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688A293E-F8C7-2EB7-D073-891B03678B5E}"/>
              </a:ext>
            </a:extLst>
          </p:cNvPr>
          <p:cNvSpPr txBox="1"/>
          <p:nvPr/>
        </p:nvSpPr>
        <p:spPr>
          <a:xfrm>
            <a:off x="588615" y="54193"/>
            <a:ext cx="18508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Exo"/>
              <a:buNone/>
              <a:tabLst/>
              <a:defRPr/>
            </a:pPr>
            <a:r>
              <a:rPr kumimoji="0" lang="en" sz="8000" b="1" i="0" u="none" strike="noStrike" kern="0" cap="none" spc="0" normalizeH="0" baseline="0" noProof="0" dirty="0">
                <a:ln>
                  <a:noFill/>
                </a:ln>
                <a:solidFill>
                  <a:srgbClr val="8FFFFF"/>
                </a:solidFill>
                <a:effectLst/>
                <a:uLnTx/>
                <a:uFillTx/>
                <a:latin typeface="+mj-lt"/>
                <a:sym typeface="Exo"/>
              </a:rPr>
              <a:t>0</a:t>
            </a:r>
            <a:r>
              <a:rPr lang="en" sz="8000" b="1" noProof="0" dirty="0">
                <a:solidFill>
                  <a:srgbClr val="8FFFFF"/>
                </a:solidFill>
                <a:latin typeface="+mj-lt"/>
                <a:sym typeface="Exo"/>
              </a:rPr>
              <a:t>4</a:t>
            </a:r>
            <a:endParaRPr kumimoji="0" lang="en" sz="8000" b="1" i="0" u="none" strike="noStrike" kern="0" cap="none" spc="0" normalizeH="0" baseline="0" noProof="0" dirty="0">
              <a:ln>
                <a:noFill/>
              </a:ln>
              <a:solidFill>
                <a:srgbClr val="8FFFFF"/>
              </a:solidFill>
              <a:effectLst/>
              <a:uLnTx/>
              <a:uFillTx/>
              <a:latin typeface="+mj-lt"/>
              <a:sym typeface="Exo"/>
            </a:endParaRPr>
          </a:p>
        </p:txBody>
      </p:sp>
      <p:sp>
        <p:nvSpPr>
          <p:cNvPr id="5" name="Google Shape;3039;p42">
            <a:extLst>
              <a:ext uri="{FF2B5EF4-FFF2-40B4-BE49-F238E27FC236}">
                <a16:creationId xmlns:a16="http://schemas.microsoft.com/office/drawing/2014/main" id="{F3E45D9C-C97A-9D5A-A74E-AF1E293043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0746" y="313129"/>
            <a:ext cx="6545421" cy="920248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>
                <a:latin typeface="+mj-lt"/>
              </a:rPr>
              <a:t>ETUDE DE CAS : PRÉDICTION </a:t>
            </a:r>
            <a:r>
              <a:rPr lang="fr-FR" dirty="0">
                <a:solidFill>
                  <a:schemeClr val="accent2"/>
                </a:solidFill>
                <a:latin typeface="+mj-lt"/>
              </a:rPr>
              <a:t>PRIX IMMOBILIER </a:t>
            </a:r>
          </a:p>
        </p:txBody>
      </p:sp>
      <p:sp>
        <p:nvSpPr>
          <p:cNvPr id="13" name="Google Shape;2779;p36">
            <a:extLst>
              <a:ext uri="{FF2B5EF4-FFF2-40B4-BE49-F238E27FC236}">
                <a16:creationId xmlns:a16="http://schemas.microsoft.com/office/drawing/2014/main" id="{5F4FDD0A-24F9-48D4-BF9E-8619942A273F}"/>
              </a:ext>
            </a:extLst>
          </p:cNvPr>
          <p:cNvSpPr txBox="1">
            <a:spLocks/>
          </p:cNvSpPr>
          <p:nvPr/>
        </p:nvSpPr>
        <p:spPr>
          <a:xfrm>
            <a:off x="7227715" y="4549614"/>
            <a:ext cx="883813" cy="561513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500" b="1" i="0" u="none" strike="noStrike" cap="non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l"/>
            <a:r>
              <a:rPr lang="en" i="1" dirty="0">
                <a:solidFill>
                  <a:schemeClr val="tx1"/>
                </a:solidFill>
                <a:latin typeface="+mj-lt"/>
              </a:rPr>
              <a:t>06</a:t>
            </a:r>
          </a:p>
        </p:txBody>
      </p:sp>
      <p:sp>
        <p:nvSpPr>
          <p:cNvPr id="15" name="Google Shape;3654;p53">
            <a:extLst>
              <a:ext uri="{FF2B5EF4-FFF2-40B4-BE49-F238E27FC236}">
                <a16:creationId xmlns:a16="http://schemas.microsoft.com/office/drawing/2014/main" id="{23E88E0D-3DD4-7F1B-FCF8-108BAD453CEF}"/>
              </a:ext>
            </a:extLst>
          </p:cNvPr>
          <p:cNvSpPr/>
          <p:nvPr/>
        </p:nvSpPr>
        <p:spPr>
          <a:xfrm>
            <a:off x="1163907" y="2241652"/>
            <a:ext cx="6845844" cy="1065992"/>
          </a:xfrm>
          <a:prstGeom prst="roundRect">
            <a:avLst>
              <a:gd name="adj" fmla="val 4754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300" b="1" dirty="0">
                <a:solidFill>
                  <a:schemeClr val="lt1"/>
                </a:solidFill>
                <a:latin typeface="+mj-lt"/>
                <a:ea typeface="Exo"/>
                <a:cs typeface="Exo"/>
                <a:sym typeface="Exo"/>
              </a:rPr>
              <a:t>Exploration et utilisation des différentes fonctions de bases dans un workflow de traitement de donnés avec Pandas ,seaborn,Pytorch,Keras</a:t>
            </a:r>
            <a:endParaRPr sz="2300" b="1" dirty="0">
              <a:solidFill>
                <a:schemeClr val="lt1"/>
              </a:solidFill>
              <a:latin typeface="+mj-lt"/>
              <a:ea typeface="Exo"/>
              <a:cs typeface="Exo"/>
              <a:sym typeface="Exo"/>
            </a:endParaRPr>
          </a:p>
        </p:txBody>
      </p:sp>
      <p:grpSp>
        <p:nvGrpSpPr>
          <p:cNvPr id="16" name="Google Shape;3696;p53">
            <a:extLst>
              <a:ext uri="{FF2B5EF4-FFF2-40B4-BE49-F238E27FC236}">
                <a16:creationId xmlns:a16="http://schemas.microsoft.com/office/drawing/2014/main" id="{1F17543C-C792-0D0E-294A-37DE43D7AC19}"/>
              </a:ext>
            </a:extLst>
          </p:cNvPr>
          <p:cNvGrpSpPr/>
          <p:nvPr/>
        </p:nvGrpSpPr>
        <p:grpSpPr>
          <a:xfrm>
            <a:off x="832406" y="2406000"/>
            <a:ext cx="510971" cy="585556"/>
            <a:chOff x="1443599" y="2835362"/>
            <a:chExt cx="331500" cy="331500"/>
          </a:xfrm>
        </p:grpSpPr>
        <p:sp>
          <p:nvSpPr>
            <p:cNvPr id="17" name="Google Shape;3697;p53">
              <a:extLst>
                <a:ext uri="{FF2B5EF4-FFF2-40B4-BE49-F238E27FC236}">
                  <a16:creationId xmlns:a16="http://schemas.microsoft.com/office/drawing/2014/main" id="{2EC2F05F-F736-77DE-7D72-57D4122F18BC}"/>
                </a:ext>
              </a:extLst>
            </p:cNvPr>
            <p:cNvSpPr/>
            <p:nvPr/>
          </p:nvSpPr>
          <p:spPr>
            <a:xfrm>
              <a:off x="1513650" y="2906923"/>
              <a:ext cx="1920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8" name="Google Shape;3661;p53">
              <a:extLst>
                <a:ext uri="{FF2B5EF4-FFF2-40B4-BE49-F238E27FC236}">
                  <a16:creationId xmlns:a16="http://schemas.microsoft.com/office/drawing/2014/main" id="{6EBA7FD4-A503-FEF7-B5FF-537732E45394}"/>
                </a:ext>
              </a:extLst>
            </p:cNvPr>
            <p:cNvSpPr/>
            <p:nvPr/>
          </p:nvSpPr>
          <p:spPr>
            <a:xfrm>
              <a:off x="1443599" y="2835362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524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3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2">
          <a:extLst>
            <a:ext uri="{FF2B5EF4-FFF2-40B4-BE49-F238E27FC236}">
              <a16:creationId xmlns:a16="http://schemas.microsoft.com/office/drawing/2014/main" id="{D1C512AB-9C73-D360-50AB-4CAB3C63A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" name="Google Shape;2765;p35">
            <a:extLst>
              <a:ext uri="{FF2B5EF4-FFF2-40B4-BE49-F238E27FC236}">
                <a16:creationId xmlns:a16="http://schemas.microsoft.com/office/drawing/2014/main" id="{5E6A7344-8B11-110E-114D-9A19EB7DDE89}"/>
              </a:ext>
            </a:extLst>
          </p:cNvPr>
          <p:cNvGrpSpPr/>
          <p:nvPr/>
        </p:nvGrpSpPr>
        <p:grpSpPr>
          <a:xfrm>
            <a:off x="7126489" y="852727"/>
            <a:ext cx="883262" cy="242091"/>
            <a:chOff x="2300350" y="2601250"/>
            <a:chExt cx="2275275" cy="623625"/>
          </a:xfrm>
        </p:grpSpPr>
        <p:sp>
          <p:nvSpPr>
            <p:cNvPr id="2766" name="Google Shape;2766;p35">
              <a:extLst>
                <a:ext uri="{FF2B5EF4-FFF2-40B4-BE49-F238E27FC236}">
                  <a16:creationId xmlns:a16="http://schemas.microsoft.com/office/drawing/2014/main" id="{DC5D0AC8-B934-85EE-73FF-89F40B837709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67" name="Google Shape;2767;p35">
              <a:extLst>
                <a:ext uri="{FF2B5EF4-FFF2-40B4-BE49-F238E27FC236}">
                  <a16:creationId xmlns:a16="http://schemas.microsoft.com/office/drawing/2014/main" id="{5AA5B514-8978-8F1E-36D8-BE66CF9C6CB9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68" name="Google Shape;2768;p35">
              <a:extLst>
                <a:ext uri="{FF2B5EF4-FFF2-40B4-BE49-F238E27FC236}">
                  <a16:creationId xmlns:a16="http://schemas.microsoft.com/office/drawing/2014/main" id="{D2FEC666-F166-34C1-B00F-1A2DC8E78858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69" name="Google Shape;2769;p35">
              <a:extLst>
                <a:ext uri="{FF2B5EF4-FFF2-40B4-BE49-F238E27FC236}">
                  <a16:creationId xmlns:a16="http://schemas.microsoft.com/office/drawing/2014/main" id="{537C668F-3C36-075A-B96A-4B5F16AB7D9F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70" name="Google Shape;2770;p35">
              <a:extLst>
                <a:ext uri="{FF2B5EF4-FFF2-40B4-BE49-F238E27FC236}">
                  <a16:creationId xmlns:a16="http://schemas.microsoft.com/office/drawing/2014/main" id="{2FBADFF1-EBE8-2F5F-0626-BD918152D76F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71" name="Google Shape;2771;p35">
              <a:extLst>
                <a:ext uri="{FF2B5EF4-FFF2-40B4-BE49-F238E27FC236}">
                  <a16:creationId xmlns:a16="http://schemas.microsoft.com/office/drawing/2014/main" id="{78B16C59-5319-0B44-D5C7-DDA825D0891B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DC30A164-7425-1E3E-1725-0186ED7BF956}"/>
              </a:ext>
            </a:extLst>
          </p:cNvPr>
          <p:cNvSpPr txBox="1"/>
          <p:nvPr/>
        </p:nvSpPr>
        <p:spPr>
          <a:xfrm>
            <a:off x="588615" y="54193"/>
            <a:ext cx="18508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Exo"/>
              <a:buNone/>
              <a:tabLst/>
              <a:defRPr/>
            </a:pPr>
            <a:r>
              <a:rPr kumimoji="0" lang="en" sz="8000" b="1" i="0" u="none" strike="noStrike" kern="0" cap="none" spc="0" normalizeH="0" baseline="0" noProof="0" dirty="0">
                <a:ln>
                  <a:noFill/>
                </a:ln>
                <a:solidFill>
                  <a:srgbClr val="8FFFFF"/>
                </a:solidFill>
                <a:effectLst/>
                <a:uLnTx/>
                <a:uFillTx/>
                <a:latin typeface="+mj-lt"/>
                <a:sym typeface="Exo"/>
              </a:rPr>
              <a:t>0</a:t>
            </a:r>
            <a:r>
              <a:rPr lang="en" sz="8000" b="1" dirty="0">
                <a:solidFill>
                  <a:srgbClr val="8FFFFF"/>
                </a:solidFill>
                <a:latin typeface="+mj-lt"/>
                <a:sym typeface="Exo"/>
              </a:rPr>
              <a:t>5</a:t>
            </a:r>
            <a:endParaRPr kumimoji="0" lang="en" sz="8000" b="1" i="0" u="none" strike="noStrike" kern="0" cap="none" spc="0" normalizeH="0" baseline="0" noProof="0" dirty="0">
              <a:ln>
                <a:noFill/>
              </a:ln>
              <a:solidFill>
                <a:srgbClr val="8FFFFF"/>
              </a:solidFill>
              <a:effectLst/>
              <a:uLnTx/>
              <a:uFillTx/>
              <a:latin typeface="+mj-lt"/>
              <a:sym typeface="Exo"/>
            </a:endParaRPr>
          </a:p>
        </p:txBody>
      </p:sp>
      <p:sp>
        <p:nvSpPr>
          <p:cNvPr id="5" name="Google Shape;3039;p42">
            <a:extLst>
              <a:ext uri="{FF2B5EF4-FFF2-40B4-BE49-F238E27FC236}">
                <a16:creationId xmlns:a16="http://schemas.microsoft.com/office/drawing/2014/main" id="{CB873099-7785-1368-A0AA-83640E8BC9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0747" y="313129"/>
            <a:ext cx="4092844" cy="920248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FR" i="1" dirty="0">
                <a:latin typeface="+mj-lt"/>
              </a:rPr>
              <a:t>TP : Classification </a:t>
            </a:r>
            <a:r>
              <a:rPr lang="fr-FR" i="1" dirty="0">
                <a:solidFill>
                  <a:schemeClr val="accent2"/>
                </a:solidFill>
                <a:latin typeface="+mj-lt"/>
              </a:rPr>
              <a:t>des      fleurs iris</a:t>
            </a:r>
            <a:endParaRPr lang="fr-FR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807" name="Google Shape;3650;p53">
            <a:extLst>
              <a:ext uri="{FF2B5EF4-FFF2-40B4-BE49-F238E27FC236}">
                <a16:creationId xmlns:a16="http://schemas.microsoft.com/office/drawing/2014/main" id="{00A86ED5-C88F-3B33-B0D1-1D5BBE044A30}"/>
              </a:ext>
            </a:extLst>
          </p:cNvPr>
          <p:cNvSpPr/>
          <p:nvPr/>
        </p:nvSpPr>
        <p:spPr>
          <a:xfrm>
            <a:off x="5109201" y="3098450"/>
            <a:ext cx="1793700" cy="39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 err="1">
                <a:solidFill>
                  <a:schemeClr val="lt1"/>
                </a:solidFill>
                <a:latin typeface="+mj-lt"/>
                <a:ea typeface="Exo"/>
                <a:cs typeface="Exo"/>
                <a:sym typeface="Exo"/>
              </a:rPr>
              <a:t>Modele</a:t>
            </a:r>
            <a:r>
              <a:rPr lang="fr-FR" sz="1800" b="1" dirty="0">
                <a:solidFill>
                  <a:schemeClr val="lt1"/>
                </a:solidFill>
                <a:latin typeface="+mj-lt"/>
                <a:ea typeface="Exo"/>
                <a:cs typeface="Exo"/>
                <a:sym typeface="Exo"/>
              </a:rPr>
              <a:t> </a:t>
            </a:r>
            <a:r>
              <a:rPr lang="fr-FR" sz="1800" b="1" dirty="0" err="1">
                <a:solidFill>
                  <a:schemeClr val="lt1"/>
                </a:solidFill>
                <a:latin typeface="+mj-lt"/>
                <a:ea typeface="Exo"/>
                <a:cs typeface="Exo"/>
                <a:sym typeface="Exo"/>
              </a:rPr>
              <a:t>PyTorch</a:t>
            </a:r>
            <a:endParaRPr sz="1800" b="1" dirty="0">
              <a:solidFill>
                <a:schemeClr val="lt1"/>
              </a:solidFill>
              <a:latin typeface="+mj-lt"/>
              <a:ea typeface="Exo"/>
              <a:cs typeface="Exo"/>
              <a:sym typeface="Exo"/>
            </a:endParaRPr>
          </a:p>
        </p:txBody>
      </p:sp>
      <p:sp>
        <p:nvSpPr>
          <p:cNvPr id="2808" name="Google Shape;3652;p53">
            <a:extLst>
              <a:ext uri="{FF2B5EF4-FFF2-40B4-BE49-F238E27FC236}">
                <a16:creationId xmlns:a16="http://schemas.microsoft.com/office/drawing/2014/main" id="{B965F724-5423-F90F-9EE2-42D50CAE419B}"/>
              </a:ext>
            </a:extLst>
          </p:cNvPr>
          <p:cNvSpPr/>
          <p:nvPr/>
        </p:nvSpPr>
        <p:spPr>
          <a:xfrm>
            <a:off x="2083774" y="3098450"/>
            <a:ext cx="1930890" cy="39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b="1" dirty="0" err="1">
                <a:solidFill>
                  <a:schemeClr val="lt1"/>
                </a:solidFill>
                <a:latin typeface="+mj-lt"/>
                <a:ea typeface="Exo"/>
                <a:cs typeface="Exo"/>
                <a:sym typeface="Exo"/>
              </a:rPr>
              <a:t>Pretraitement</a:t>
            </a:r>
            <a:endParaRPr sz="1800" b="1" dirty="0">
              <a:solidFill>
                <a:schemeClr val="lt1"/>
              </a:solidFill>
              <a:latin typeface="+mj-lt"/>
              <a:ea typeface="Exo"/>
              <a:cs typeface="Exo"/>
              <a:sym typeface="Exo"/>
            </a:endParaRPr>
          </a:p>
        </p:txBody>
      </p:sp>
      <p:sp>
        <p:nvSpPr>
          <p:cNvPr id="2809" name="Google Shape;3656;p53">
            <a:extLst>
              <a:ext uri="{FF2B5EF4-FFF2-40B4-BE49-F238E27FC236}">
                <a16:creationId xmlns:a16="http://schemas.microsoft.com/office/drawing/2014/main" id="{8854ABB7-F0F2-6618-AFE3-E75DA1869315}"/>
              </a:ext>
            </a:extLst>
          </p:cNvPr>
          <p:cNvSpPr/>
          <p:nvPr/>
        </p:nvSpPr>
        <p:spPr>
          <a:xfrm>
            <a:off x="6590226" y="1734526"/>
            <a:ext cx="1793700" cy="39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b="1" dirty="0" err="1">
                <a:solidFill>
                  <a:schemeClr val="lt1"/>
                </a:solidFill>
                <a:latin typeface="+mj-lt"/>
                <a:ea typeface="Exo"/>
                <a:cs typeface="Exo"/>
                <a:sym typeface="Exo"/>
              </a:rPr>
              <a:t>Resultats</a:t>
            </a:r>
            <a:r>
              <a:rPr lang="fr-FR" sz="1800" b="1" dirty="0">
                <a:solidFill>
                  <a:schemeClr val="lt1"/>
                </a:solidFill>
                <a:latin typeface="+mj-lt"/>
                <a:ea typeface="Exo"/>
                <a:cs typeface="Exo"/>
                <a:sym typeface="Exo"/>
              </a:rPr>
              <a:t> et Comparaison</a:t>
            </a:r>
            <a:endParaRPr sz="1800" b="1" dirty="0">
              <a:solidFill>
                <a:schemeClr val="lt1"/>
              </a:solidFill>
              <a:latin typeface="+mj-lt"/>
              <a:ea typeface="Exo"/>
              <a:cs typeface="Exo"/>
              <a:sym typeface="Exo"/>
            </a:endParaRPr>
          </a:p>
        </p:txBody>
      </p:sp>
      <p:sp>
        <p:nvSpPr>
          <p:cNvPr id="2810" name="Google Shape;3658;p53">
            <a:extLst>
              <a:ext uri="{FF2B5EF4-FFF2-40B4-BE49-F238E27FC236}">
                <a16:creationId xmlns:a16="http://schemas.microsoft.com/office/drawing/2014/main" id="{015139F9-A0E0-0B46-5A22-6A691EDB2731}"/>
              </a:ext>
            </a:extLst>
          </p:cNvPr>
          <p:cNvSpPr/>
          <p:nvPr/>
        </p:nvSpPr>
        <p:spPr>
          <a:xfrm>
            <a:off x="3628176" y="1734526"/>
            <a:ext cx="1793700" cy="39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b="1" dirty="0" err="1">
                <a:solidFill>
                  <a:schemeClr val="lt1"/>
                </a:solidFill>
                <a:latin typeface="+mj-lt"/>
                <a:ea typeface="Exo"/>
                <a:cs typeface="Exo"/>
                <a:sym typeface="Exo"/>
              </a:rPr>
              <a:t>Modeles</a:t>
            </a:r>
            <a:r>
              <a:rPr lang="fr-FR" sz="1800" b="1" dirty="0">
                <a:solidFill>
                  <a:schemeClr val="lt1"/>
                </a:solidFill>
                <a:latin typeface="+mj-lt"/>
                <a:ea typeface="Exo"/>
                <a:cs typeface="Exo"/>
                <a:sym typeface="Exo"/>
              </a:rPr>
              <a:t> </a:t>
            </a:r>
            <a:r>
              <a:rPr lang="fr-FR" sz="1800" b="1" dirty="0" err="1">
                <a:solidFill>
                  <a:schemeClr val="lt1"/>
                </a:solidFill>
                <a:latin typeface="+mj-lt"/>
                <a:ea typeface="Exo"/>
                <a:cs typeface="Exo"/>
                <a:sym typeface="Exo"/>
              </a:rPr>
              <a:t>Keras</a:t>
            </a:r>
            <a:endParaRPr sz="1800" b="1" dirty="0">
              <a:solidFill>
                <a:schemeClr val="lt1"/>
              </a:solidFill>
              <a:latin typeface="+mj-lt"/>
              <a:ea typeface="Exo"/>
              <a:cs typeface="Exo"/>
              <a:sym typeface="Exo"/>
            </a:endParaRPr>
          </a:p>
        </p:txBody>
      </p:sp>
      <p:cxnSp>
        <p:nvCxnSpPr>
          <p:cNvPr id="2811" name="Google Shape;3666;p53">
            <a:extLst>
              <a:ext uri="{FF2B5EF4-FFF2-40B4-BE49-F238E27FC236}">
                <a16:creationId xmlns:a16="http://schemas.microsoft.com/office/drawing/2014/main" id="{16007A93-42F0-E191-7902-A032CFA7696E}"/>
              </a:ext>
            </a:extLst>
          </p:cNvPr>
          <p:cNvCxnSpPr>
            <a:cxnSpLocks/>
            <a:stCxn id="2835" idx="6"/>
            <a:endCxn id="2818" idx="2"/>
          </p:cNvCxnSpPr>
          <p:nvPr/>
        </p:nvCxnSpPr>
        <p:spPr>
          <a:xfrm>
            <a:off x="6171501" y="2616439"/>
            <a:ext cx="1149825" cy="518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2" name="Google Shape;3669;p53">
            <a:extLst>
              <a:ext uri="{FF2B5EF4-FFF2-40B4-BE49-F238E27FC236}">
                <a16:creationId xmlns:a16="http://schemas.microsoft.com/office/drawing/2014/main" id="{3079D8F3-A176-C0B9-66BA-CDA694EA37BB}"/>
              </a:ext>
            </a:extLst>
          </p:cNvPr>
          <p:cNvCxnSpPr>
            <a:endCxn id="2810" idx="2"/>
          </p:cNvCxnSpPr>
          <p:nvPr/>
        </p:nvCxnSpPr>
        <p:spPr>
          <a:xfrm rot="10800000">
            <a:off x="4525026" y="2134276"/>
            <a:ext cx="0" cy="321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3" name="Google Shape;3670;p53">
            <a:extLst>
              <a:ext uri="{FF2B5EF4-FFF2-40B4-BE49-F238E27FC236}">
                <a16:creationId xmlns:a16="http://schemas.microsoft.com/office/drawing/2014/main" id="{E15BC670-F43B-2C6D-69C9-D9A95ACCAB7A}"/>
              </a:ext>
            </a:extLst>
          </p:cNvPr>
          <p:cNvCxnSpPr>
            <a:stCxn id="2818" idx="0"/>
            <a:endCxn id="2809" idx="2"/>
          </p:cNvCxnSpPr>
          <p:nvPr/>
        </p:nvCxnSpPr>
        <p:spPr>
          <a:xfrm rot="10800000">
            <a:off x="7487076" y="2134276"/>
            <a:ext cx="0" cy="321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4" name="Google Shape;3671;p53">
            <a:extLst>
              <a:ext uri="{FF2B5EF4-FFF2-40B4-BE49-F238E27FC236}">
                <a16:creationId xmlns:a16="http://schemas.microsoft.com/office/drawing/2014/main" id="{6E84095D-41FB-AD30-EA4C-EED4E7F963AD}"/>
              </a:ext>
            </a:extLst>
          </p:cNvPr>
          <p:cNvCxnSpPr>
            <a:cxnSpLocks/>
          </p:cNvCxnSpPr>
          <p:nvPr/>
        </p:nvCxnSpPr>
        <p:spPr>
          <a:xfrm flipV="1">
            <a:off x="6014438" y="2782189"/>
            <a:ext cx="0" cy="40947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5" name="Google Shape;3672;p53">
            <a:extLst>
              <a:ext uri="{FF2B5EF4-FFF2-40B4-BE49-F238E27FC236}">
                <a16:creationId xmlns:a16="http://schemas.microsoft.com/office/drawing/2014/main" id="{07CADFDC-2998-6AF1-4692-22AF32353A46}"/>
              </a:ext>
            </a:extLst>
          </p:cNvPr>
          <p:cNvCxnSpPr>
            <a:cxnSpLocks/>
            <a:stCxn id="2808" idx="0"/>
          </p:cNvCxnSpPr>
          <p:nvPr/>
        </p:nvCxnSpPr>
        <p:spPr>
          <a:xfrm flipH="1" flipV="1">
            <a:off x="3043701" y="2782189"/>
            <a:ext cx="5518" cy="31626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816" name="Google Shape;3694;p53">
            <a:extLst>
              <a:ext uri="{FF2B5EF4-FFF2-40B4-BE49-F238E27FC236}">
                <a16:creationId xmlns:a16="http://schemas.microsoft.com/office/drawing/2014/main" id="{04A00B95-3964-010C-1EEF-9AE3AA42FB5C}"/>
              </a:ext>
            </a:extLst>
          </p:cNvPr>
          <p:cNvGrpSpPr/>
          <p:nvPr/>
        </p:nvGrpSpPr>
        <p:grpSpPr>
          <a:xfrm>
            <a:off x="7321326" y="2455876"/>
            <a:ext cx="331500" cy="331500"/>
            <a:chOff x="7368299" y="2840549"/>
            <a:chExt cx="331500" cy="331500"/>
          </a:xfrm>
        </p:grpSpPr>
        <p:sp>
          <p:nvSpPr>
            <p:cNvPr id="2817" name="Google Shape;3695;p53">
              <a:extLst>
                <a:ext uri="{FF2B5EF4-FFF2-40B4-BE49-F238E27FC236}">
                  <a16:creationId xmlns:a16="http://schemas.microsoft.com/office/drawing/2014/main" id="{F81171F5-31CB-3AA0-FE6E-1D5ECC3A38CF}"/>
                </a:ext>
              </a:extLst>
            </p:cNvPr>
            <p:cNvSpPr/>
            <p:nvPr/>
          </p:nvSpPr>
          <p:spPr>
            <a:xfrm>
              <a:off x="7437750" y="2906923"/>
              <a:ext cx="1926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8" name="Google Shape;3667;p53">
              <a:extLst>
                <a:ext uri="{FF2B5EF4-FFF2-40B4-BE49-F238E27FC236}">
                  <a16:creationId xmlns:a16="http://schemas.microsoft.com/office/drawing/2014/main" id="{9B3EB8B8-C869-31D1-E0B4-8A24B2BE5A23}"/>
                </a:ext>
              </a:extLst>
            </p:cNvPr>
            <p:cNvSpPr/>
            <p:nvPr/>
          </p:nvSpPr>
          <p:spPr>
            <a:xfrm>
              <a:off x="7368299" y="2840549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cxnSp>
        <p:nvCxnSpPr>
          <p:cNvPr id="2819" name="Google Shape;3660;p53">
            <a:extLst>
              <a:ext uri="{FF2B5EF4-FFF2-40B4-BE49-F238E27FC236}">
                <a16:creationId xmlns:a16="http://schemas.microsoft.com/office/drawing/2014/main" id="{521B02D5-C770-3F07-D3D5-92C24439A185}"/>
              </a:ext>
            </a:extLst>
          </p:cNvPr>
          <p:cNvCxnSpPr>
            <a:cxnSpLocks/>
          </p:cNvCxnSpPr>
          <p:nvPr/>
        </p:nvCxnSpPr>
        <p:spPr>
          <a:xfrm>
            <a:off x="3209451" y="2616439"/>
            <a:ext cx="1149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820" name="Google Shape;3690;p53">
            <a:extLst>
              <a:ext uri="{FF2B5EF4-FFF2-40B4-BE49-F238E27FC236}">
                <a16:creationId xmlns:a16="http://schemas.microsoft.com/office/drawing/2014/main" id="{70A28921-ED5F-3B2D-F933-6BFA70B41047}"/>
              </a:ext>
            </a:extLst>
          </p:cNvPr>
          <p:cNvGrpSpPr/>
          <p:nvPr/>
        </p:nvGrpSpPr>
        <p:grpSpPr>
          <a:xfrm>
            <a:off x="4358675" y="2450689"/>
            <a:ext cx="331500" cy="331500"/>
            <a:chOff x="2924924" y="2835362"/>
            <a:chExt cx="331500" cy="331500"/>
          </a:xfrm>
        </p:grpSpPr>
        <p:sp>
          <p:nvSpPr>
            <p:cNvPr id="2821" name="Google Shape;3691;p53">
              <a:extLst>
                <a:ext uri="{FF2B5EF4-FFF2-40B4-BE49-F238E27FC236}">
                  <a16:creationId xmlns:a16="http://schemas.microsoft.com/office/drawing/2014/main" id="{7FC9BE5A-F7CE-DBE6-DBF7-00BD995F12D3}"/>
                </a:ext>
              </a:extLst>
            </p:cNvPr>
            <p:cNvSpPr/>
            <p:nvPr/>
          </p:nvSpPr>
          <p:spPr>
            <a:xfrm>
              <a:off x="2994675" y="2906923"/>
              <a:ext cx="1926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2" name="Google Shape;3662;p53">
              <a:extLst>
                <a:ext uri="{FF2B5EF4-FFF2-40B4-BE49-F238E27FC236}">
                  <a16:creationId xmlns:a16="http://schemas.microsoft.com/office/drawing/2014/main" id="{CEE1E756-6289-F78B-44F0-D0D41E3A16D5}"/>
                </a:ext>
              </a:extLst>
            </p:cNvPr>
            <p:cNvSpPr/>
            <p:nvPr/>
          </p:nvSpPr>
          <p:spPr>
            <a:xfrm>
              <a:off x="2924924" y="2835362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sp>
        <p:nvSpPr>
          <p:cNvPr id="2823" name="Google Shape;3654;p53">
            <a:extLst>
              <a:ext uri="{FF2B5EF4-FFF2-40B4-BE49-F238E27FC236}">
                <a16:creationId xmlns:a16="http://schemas.microsoft.com/office/drawing/2014/main" id="{ABDC1E30-60F6-6815-8B02-E457AC71AC66}"/>
              </a:ext>
            </a:extLst>
          </p:cNvPr>
          <p:cNvSpPr/>
          <p:nvPr/>
        </p:nvSpPr>
        <p:spPr>
          <a:xfrm>
            <a:off x="655964" y="1734526"/>
            <a:ext cx="1793700" cy="39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b="1" dirty="0">
                <a:solidFill>
                  <a:schemeClr val="lt1"/>
                </a:solidFill>
                <a:latin typeface="+mj-lt"/>
                <a:ea typeface="Exo"/>
                <a:cs typeface="Exo"/>
                <a:sym typeface="Exo"/>
              </a:rPr>
              <a:t>Exploration des </a:t>
            </a:r>
            <a:r>
              <a:rPr lang="fr-FR" sz="1800" b="1" dirty="0" err="1">
                <a:solidFill>
                  <a:schemeClr val="lt1"/>
                </a:solidFill>
                <a:latin typeface="+mj-lt"/>
                <a:ea typeface="Exo"/>
                <a:cs typeface="Exo"/>
                <a:sym typeface="Exo"/>
              </a:rPr>
              <a:t>donnees</a:t>
            </a:r>
            <a:endParaRPr sz="1800" b="1" dirty="0">
              <a:solidFill>
                <a:schemeClr val="lt1"/>
              </a:solidFill>
              <a:latin typeface="+mj-lt"/>
              <a:ea typeface="Exo"/>
              <a:cs typeface="Exo"/>
              <a:sym typeface="Exo"/>
            </a:endParaRPr>
          </a:p>
        </p:txBody>
      </p:sp>
      <p:cxnSp>
        <p:nvCxnSpPr>
          <p:cNvPr id="2824" name="Google Shape;3660;p53">
            <a:extLst>
              <a:ext uri="{FF2B5EF4-FFF2-40B4-BE49-F238E27FC236}">
                <a16:creationId xmlns:a16="http://schemas.microsoft.com/office/drawing/2014/main" id="{B57F625B-CE5B-EC9A-7036-F52CF31A9C17}"/>
              </a:ext>
            </a:extLst>
          </p:cNvPr>
          <p:cNvCxnSpPr>
            <a:stCxn id="2831" idx="6"/>
            <a:endCxn id="2828" idx="2"/>
          </p:cNvCxnSpPr>
          <p:nvPr/>
        </p:nvCxnSpPr>
        <p:spPr>
          <a:xfrm>
            <a:off x="1717964" y="2616439"/>
            <a:ext cx="1149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5" name="Google Shape;3668;p53">
            <a:extLst>
              <a:ext uri="{FF2B5EF4-FFF2-40B4-BE49-F238E27FC236}">
                <a16:creationId xmlns:a16="http://schemas.microsoft.com/office/drawing/2014/main" id="{EAB59D09-A5EA-24B6-B9DF-F81BA31C484D}"/>
              </a:ext>
            </a:extLst>
          </p:cNvPr>
          <p:cNvCxnSpPr>
            <a:stCxn id="2831" idx="0"/>
            <a:endCxn id="2823" idx="2"/>
          </p:cNvCxnSpPr>
          <p:nvPr/>
        </p:nvCxnSpPr>
        <p:spPr>
          <a:xfrm rot="10800000" flipH="1">
            <a:off x="1552214" y="2134489"/>
            <a:ext cx="600" cy="316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826" name="Google Shape;3690;p53">
            <a:extLst>
              <a:ext uri="{FF2B5EF4-FFF2-40B4-BE49-F238E27FC236}">
                <a16:creationId xmlns:a16="http://schemas.microsoft.com/office/drawing/2014/main" id="{1E31CF9C-6CF1-A5FF-BF0E-979A3607AAF8}"/>
              </a:ext>
            </a:extLst>
          </p:cNvPr>
          <p:cNvGrpSpPr/>
          <p:nvPr/>
        </p:nvGrpSpPr>
        <p:grpSpPr>
          <a:xfrm>
            <a:off x="2867789" y="2450689"/>
            <a:ext cx="331500" cy="331500"/>
            <a:chOff x="2924924" y="2835362"/>
            <a:chExt cx="331500" cy="331500"/>
          </a:xfrm>
        </p:grpSpPr>
        <p:sp>
          <p:nvSpPr>
            <p:cNvPr id="2827" name="Google Shape;3691;p53">
              <a:extLst>
                <a:ext uri="{FF2B5EF4-FFF2-40B4-BE49-F238E27FC236}">
                  <a16:creationId xmlns:a16="http://schemas.microsoft.com/office/drawing/2014/main" id="{FED2E30B-1E04-876E-7DB5-BD810E44A27B}"/>
                </a:ext>
              </a:extLst>
            </p:cNvPr>
            <p:cNvSpPr/>
            <p:nvPr/>
          </p:nvSpPr>
          <p:spPr>
            <a:xfrm>
              <a:off x="2994675" y="2906923"/>
              <a:ext cx="1926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8" name="Google Shape;3662;p53">
              <a:extLst>
                <a:ext uri="{FF2B5EF4-FFF2-40B4-BE49-F238E27FC236}">
                  <a16:creationId xmlns:a16="http://schemas.microsoft.com/office/drawing/2014/main" id="{42BA5711-C0FA-3AE4-1375-8DDFB057A427}"/>
                </a:ext>
              </a:extLst>
            </p:cNvPr>
            <p:cNvSpPr/>
            <p:nvPr/>
          </p:nvSpPr>
          <p:spPr>
            <a:xfrm>
              <a:off x="2924924" y="2835362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2829" name="Google Shape;3696;p53">
            <a:extLst>
              <a:ext uri="{FF2B5EF4-FFF2-40B4-BE49-F238E27FC236}">
                <a16:creationId xmlns:a16="http://schemas.microsoft.com/office/drawing/2014/main" id="{8A37E4B4-B92A-80E0-31ED-EB2F309975AE}"/>
              </a:ext>
            </a:extLst>
          </p:cNvPr>
          <p:cNvGrpSpPr/>
          <p:nvPr/>
        </p:nvGrpSpPr>
        <p:grpSpPr>
          <a:xfrm>
            <a:off x="1386464" y="2450689"/>
            <a:ext cx="331500" cy="331500"/>
            <a:chOff x="1443599" y="2835362"/>
            <a:chExt cx="331500" cy="331500"/>
          </a:xfrm>
        </p:grpSpPr>
        <p:sp>
          <p:nvSpPr>
            <p:cNvPr id="2830" name="Google Shape;3697;p53">
              <a:extLst>
                <a:ext uri="{FF2B5EF4-FFF2-40B4-BE49-F238E27FC236}">
                  <a16:creationId xmlns:a16="http://schemas.microsoft.com/office/drawing/2014/main" id="{276D19B5-5E88-3320-ACF8-9D7F0D44A986}"/>
                </a:ext>
              </a:extLst>
            </p:cNvPr>
            <p:cNvSpPr/>
            <p:nvPr/>
          </p:nvSpPr>
          <p:spPr>
            <a:xfrm>
              <a:off x="1513650" y="2906923"/>
              <a:ext cx="1920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31" name="Google Shape;3661;p53">
              <a:extLst>
                <a:ext uri="{FF2B5EF4-FFF2-40B4-BE49-F238E27FC236}">
                  <a16:creationId xmlns:a16="http://schemas.microsoft.com/office/drawing/2014/main" id="{2FDBE654-510F-7C52-FFA6-424C0A556085}"/>
                </a:ext>
              </a:extLst>
            </p:cNvPr>
            <p:cNvSpPr/>
            <p:nvPr/>
          </p:nvSpPr>
          <p:spPr>
            <a:xfrm>
              <a:off x="1443599" y="2835362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cxnSp>
        <p:nvCxnSpPr>
          <p:cNvPr id="2832" name="Google Shape;3664;p53">
            <a:extLst>
              <a:ext uri="{FF2B5EF4-FFF2-40B4-BE49-F238E27FC236}">
                <a16:creationId xmlns:a16="http://schemas.microsoft.com/office/drawing/2014/main" id="{CE00D4AC-6962-AB08-7E3E-A04C3F349718}"/>
              </a:ext>
            </a:extLst>
          </p:cNvPr>
          <p:cNvCxnSpPr>
            <a:cxnSpLocks/>
          </p:cNvCxnSpPr>
          <p:nvPr/>
        </p:nvCxnSpPr>
        <p:spPr>
          <a:xfrm>
            <a:off x="4690175" y="2616439"/>
            <a:ext cx="1149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833" name="Google Shape;3692;p53">
            <a:extLst>
              <a:ext uri="{FF2B5EF4-FFF2-40B4-BE49-F238E27FC236}">
                <a16:creationId xmlns:a16="http://schemas.microsoft.com/office/drawing/2014/main" id="{CBFF4CA5-1047-2A96-8187-3BEA1719AF5B}"/>
              </a:ext>
            </a:extLst>
          </p:cNvPr>
          <p:cNvGrpSpPr/>
          <p:nvPr/>
        </p:nvGrpSpPr>
        <p:grpSpPr>
          <a:xfrm>
            <a:off x="5840001" y="2450689"/>
            <a:ext cx="331500" cy="331500"/>
            <a:chOff x="5887274" y="2840549"/>
            <a:chExt cx="331500" cy="331500"/>
          </a:xfrm>
        </p:grpSpPr>
        <p:sp>
          <p:nvSpPr>
            <p:cNvPr id="2834" name="Google Shape;3693;p53">
              <a:extLst>
                <a:ext uri="{FF2B5EF4-FFF2-40B4-BE49-F238E27FC236}">
                  <a16:creationId xmlns:a16="http://schemas.microsoft.com/office/drawing/2014/main" id="{C47E2EA2-DF6A-C51E-BF39-F96FD3C04F77}"/>
                </a:ext>
              </a:extLst>
            </p:cNvPr>
            <p:cNvSpPr/>
            <p:nvPr/>
          </p:nvSpPr>
          <p:spPr>
            <a:xfrm>
              <a:off x="5956725" y="2906923"/>
              <a:ext cx="1926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35" name="Google Shape;3665;p53">
              <a:extLst>
                <a:ext uri="{FF2B5EF4-FFF2-40B4-BE49-F238E27FC236}">
                  <a16:creationId xmlns:a16="http://schemas.microsoft.com/office/drawing/2014/main" id="{7B3AB9D5-3A86-7EEE-1428-A10D3E50127F}"/>
                </a:ext>
              </a:extLst>
            </p:cNvPr>
            <p:cNvSpPr/>
            <p:nvPr/>
          </p:nvSpPr>
          <p:spPr>
            <a:xfrm>
              <a:off x="5887274" y="2840549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sp>
        <p:nvSpPr>
          <p:cNvPr id="2" name="Google Shape;2779;p36">
            <a:extLst>
              <a:ext uri="{FF2B5EF4-FFF2-40B4-BE49-F238E27FC236}">
                <a16:creationId xmlns:a16="http://schemas.microsoft.com/office/drawing/2014/main" id="{34D6CB44-7F32-CBCE-3323-0433B6C2E4CE}"/>
              </a:ext>
            </a:extLst>
          </p:cNvPr>
          <p:cNvSpPr txBox="1">
            <a:spLocks/>
          </p:cNvSpPr>
          <p:nvPr/>
        </p:nvSpPr>
        <p:spPr>
          <a:xfrm>
            <a:off x="7239226" y="4491935"/>
            <a:ext cx="883813" cy="561513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500" b="1" i="0" u="none" strike="noStrike" cap="non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l"/>
            <a:r>
              <a:rPr lang="en" i="1" dirty="0">
                <a:solidFill>
                  <a:schemeClr val="tx1"/>
                </a:solidFill>
                <a:latin typeface="+mj-l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4036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807" grpId="0"/>
      <p:bldP spid="2808" grpId="0"/>
      <p:bldP spid="2809" grpId="0"/>
      <p:bldP spid="2810" grpId="0"/>
      <p:bldP spid="2823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Google Shape;2808;p37"/>
          <p:cNvSpPr/>
          <p:nvPr/>
        </p:nvSpPr>
        <p:spPr>
          <a:xfrm>
            <a:off x="-1414555" y="42014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2809" name="Google Shape;2809;p37"/>
          <p:cNvSpPr/>
          <p:nvPr/>
        </p:nvSpPr>
        <p:spPr>
          <a:xfrm>
            <a:off x="-1111455" y="39221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grpSp>
        <p:nvGrpSpPr>
          <p:cNvPr id="2810" name="Google Shape;2810;p37"/>
          <p:cNvGrpSpPr/>
          <p:nvPr/>
        </p:nvGrpSpPr>
        <p:grpSpPr>
          <a:xfrm rot="10800000">
            <a:off x="7471439" y="3616978"/>
            <a:ext cx="883262" cy="242091"/>
            <a:chOff x="2300350" y="2601250"/>
            <a:chExt cx="2275275" cy="623625"/>
          </a:xfrm>
        </p:grpSpPr>
        <p:sp>
          <p:nvSpPr>
            <p:cNvPr id="2811" name="Google Shape;2811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2" name="Google Shape;2812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3" name="Google Shape;2813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4" name="Google Shape;2814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5" name="Google Shape;2815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6" name="Google Shape;2816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2817" name="Google Shape;2817;p37"/>
          <p:cNvGrpSpPr/>
          <p:nvPr/>
        </p:nvGrpSpPr>
        <p:grpSpPr>
          <a:xfrm rot="5400000">
            <a:off x="2345200" y="185400"/>
            <a:ext cx="98902" cy="553090"/>
            <a:chOff x="4898850" y="4820550"/>
            <a:chExt cx="98902" cy="553090"/>
          </a:xfrm>
        </p:grpSpPr>
        <p:sp>
          <p:nvSpPr>
            <p:cNvPr id="2818" name="Google Shape;2818;p3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9" name="Google Shape;2819;p3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0" name="Google Shape;2820;p3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1" name="Google Shape;2821;p3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2" name="Google Shape;2822;p3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2823" name="Google Shape;2823;p37"/>
          <p:cNvGrpSpPr/>
          <p:nvPr/>
        </p:nvGrpSpPr>
        <p:grpSpPr>
          <a:xfrm>
            <a:off x="2596239" y="4297878"/>
            <a:ext cx="883262" cy="242091"/>
            <a:chOff x="2300350" y="2601250"/>
            <a:chExt cx="2275275" cy="623625"/>
          </a:xfrm>
        </p:grpSpPr>
        <p:sp>
          <p:nvSpPr>
            <p:cNvPr id="2824" name="Google Shape;2824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5" name="Google Shape;2825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2830" name="Google Shape;2830;p37"/>
          <p:cNvGrpSpPr/>
          <p:nvPr/>
        </p:nvGrpSpPr>
        <p:grpSpPr>
          <a:xfrm>
            <a:off x="4762192" y="4297866"/>
            <a:ext cx="1105976" cy="133969"/>
            <a:chOff x="8183182" y="663852"/>
            <a:chExt cx="1475028" cy="178673"/>
          </a:xfrm>
        </p:grpSpPr>
        <p:grpSp>
          <p:nvGrpSpPr>
            <p:cNvPr id="2831" name="Google Shape;2831;p3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32" name="Google Shape;2832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3" name="Google Shape;2833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4" name="Google Shape;2834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5" name="Google Shape;2835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6" name="Google Shape;2836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7" name="Google Shape;2837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8" name="Google Shape;2838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9" name="Google Shape;2839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0" name="Google Shape;2840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1" name="Google Shape;2841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  <p:grpSp>
          <p:nvGrpSpPr>
            <p:cNvPr id="2842" name="Google Shape;2842;p3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43" name="Google Shape;2843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4" name="Google Shape;2844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5" name="Google Shape;2845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6" name="Google Shape;2846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7" name="Google Shape;2847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8" name="Google Shape;2848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9" name="Google Shape;2849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50" name="Google Shape;2850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51" name="Google Shape;2851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52" name="Google Shape;2852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C0D8F6C6-0D58-CEE2-5AAF-10E22EC1DA8C}"/>
              </a:ext>
            </a:extLst>
          </p:cNvPr>
          <p:cNvSpPr txBox="1"/>
          <p:nvPr/>
        </p:nvSpPr>
        <p:spPr>
          <a:xfrm>
            <a:off x="588615" y="54193"/>
            <a:ext cx="18508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Exo"/>
              <a:buNone/>
              <a:tabLst/>
              <a:defRPr/>
            </a:pPr>
            <a:r>
              <a:rPr kumimoji="0" lang="en" sz="8000" b="1" i="0" u="none" strike="noStrike" kern="0" cap="none" spc="0" normalizeH="0" baseline="0" noProof="0" dirty="0">
                <a:ln>
                  <a:noFill/>
                </a:ln>
                <a:solidFill>
                  <a:srgbClr val="8FFFFF"/>
                </a:solidFill>
                <a:effectLst/>
                <a:uLnTx/>
                <a:uFillTx/>
                <a:latin typeface="+mj-lt"/>
                <a:sym typeface="Exo"/>
              </a:rPr>
              <a:t>06</a:t>
            </a:r>
          </a:p>
        </p:txBody>
      </p:sp>
      <p:sp>
        <p:nvSpPr>
          <p:cNvPr id="3" name="Google Shape;3039;p42">
            <a:extLst>
              <a:ext uri="{FF2B5EF4-FFF2-40B4-BE49-F238E27FC236}">
                <a16:creationId xmlns:a16="http://schemas.microsoft.com/office/drawing/2014/main" id="{EAD26868-30F9-3904-0116-6C42DA5D345C}"/>
              </a:ext>
            </a:extLst>
          </p:cNvPr>
          <p:cNvSpPr txBox="1">
            <a:spLocks/>
          </p:cNvSpPr>
          <p:nvPr/>
        </p:nvSpPr>
        <p:spPr>
          <a:xfrm>
            <a:off x="2130747" y="313129"/>
            <a:ext cx="4092844" cy="920248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fr-FR" i="1" dirty="0">
                <a:latin typeface="+mj-lt"/>
              </a:rPr>
              <a:t>Comparaison </a:t>
            </a:r>
          </a:p>
          <a:p>
            <a:r>
              <a:rPr lang="fr-FR" i="1" dirty="0">
                <a:solidFill>
                  <a:schemeClr val="accent2"/>
                </a:solidFill>
                <a:latin typeface="+mj-lt"/>
              </a:rPr>
              <a:t>des approches</a:t>
            </a:r>
            <a:endParaRPr lang="fr-FR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" name="Google Shape;3040;p42">
            <a:extLst>
              <a:ext uri="{FF2B5EF4-FFF2-40B4-BE49-F238E27FC236}">
                <a16:creationId xmlns:a16="http://schemas.microsoft.com/office/drawing/2014/main" id="{6F33650F-A5A8-7AF8-97A2-5F2A4BD47B60}"/>
              </a:ext>
            </a:extLst>
          </p:cNvPr>
          <p:cNvSpPr txBox="1">
            <a:spLocks/>
          </p:cNvSpPr>
          <p:nvPr/>
        </p:nvSpPr>
        <p:spPr>
          <a:xfrm>
            <a:off x="725658" y="3343078"/>
            <a:ext cx="1713844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 err="1">
                <a:solidFill>
                  <a:schemeClr val="accent2"/>
                </a:solidFill>
                <a:latin typeface="+mj-lt"/>
                <a:ea typeface="Codec Pro"/>
                <a:cs typeface="Codec Pro"/>
                <a:sym typeface="Codec Pro"/>
              </a:rPr>
              <a:t>Pytorch</a:t>
            </a:r>
            <a:endParaRPr lang="en-US" sz="1800" dirty="0">
              <a:solidFill>
                <a:schemeClr val="accent2"/>
              </a:solidFill>
              <a:latin typeface="+mj-lt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C6807118-F75F-364A-CF22-0669E6400E8A}"/>
              </a:ext>
            </a:extLst>
          </p:cNvPr>
          <p:cNvCxnSpPr/>
          <p:nvPr/>
        </p:nvCxnSpPr>
        <p:spPr>
          <a:xfrm>
            <a:off x="1831923" y="2640072"/>
            <a:ext cx="1496568" cy="0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Organigramme : Connecteur 13">
            <a:extLst>
              <a:ext uri="{FF2B5EF4-FFF2-40B4-BE49-F238E27FC236}">
                <a16:creationId xmlns:a16="http://schemas.microsoft.com/office/drawing/2014/main" id="{624C6537-B8A5-A8B7-3246-2B86DE242862}"/>
              </a:ext>
            </a:extLst>
          </p:cNvPr>
          <p:cNvSpPr/>
          <p:nvPr/>
        </p:nvSpPr>
        <p:spPr>
          <a:xfrm>
            <a:off x="3134828" y="2411472"/>
            <a:ext cx="457200" cy="457200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AC40E0BD-B91A-CE3E-6442-C500A18DD7F3}"/>
              </a:ext>
            </a:extLst>
          </p:cNvPr>
          <p:cNvCxnSpPr>
            <a:stCxn id="14" idx="0"/>
          </p:cNvCxnSpPr>
          <p:nvPr/>
        </p:nvCxnSpPr>
        <p:spPr>
          <a:xfrm flipV="1">
            <a:off x="3363428" y="1629420"/>
            <a:ext cx="0" cy="7560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83FB537F-81D4-0211-C964-0D75ECFD1F0B}"/>
              </a:ext>
            </a:extLst>
          </p:cNvPr>
          <p:cNvCxnSpPr>
            <a:stCxn id="14" idx="4"/>
          </p:cNvCxnSpPr>
          <p:nvPr/>
        </p:nvCxnSpPr>
        <p:spPr>
          <a:xfrm>
            <a:off x="3363428" y="2868672"/>
            <a:ext cx="40568" cy="74830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91E8C574-4EEF-199F-85D6-0B5D2DB63CCE}"/>
              </a:ext>
            </a:extLst>
          </p:cNvPr>
          <p:cNvCxnSpPr/>
          <p:nvPr/>
        </p:nvCxnSpPr>
        <p:spPr>
          <a:xfrm>
            <a:off x="3363428" y="1629420"/>
            <a:ext cx="1284882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67D1FC5C-164A-61D7-A9B9-FD60EA2DFAFC}"/>
              </a:ext>
            </a:extLst>
          </p:cNvPr>
          <p:cNvCxnSpPr/>
          <p:nvPr/>
        </p:nvCxnSpPr>
        <p:spPr>
          <a:xfrm>
            <a:off x="3403996" y="3616978"/>
            <a:ext cx="140925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A9A4DD6-0B86-6E8B-EEEA-9CC512A4E82A}"/>
              </a:ext>
            </a:extLst>
          </p:cNvPr>
          <p:cNvSpPr/>
          <p:nvPr/>
        </p:nvSpPr>
        <p:spPr>
          <a:xfrm>
            <a:off x="4619387" y="1200129"/>
            <a:ext cx="3200549" cy="12445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FR" dirty="0">
                <a:latin typeface="+mj-lt"/>
              </a:rPr>
              <a:t>Contrôle granulaire</a:t>
            </a:r>
          </a:p>
          <a:p>
            <a:pPr lvl="0"/>
            <a:r>
              <a:rPr lang="fr-FR" dirty="0" err="1">
                <a:latin typeface="+mj-lt"/>
              </a:rPr>
              <a:t>Debugging</a:t>
            </a:r>
            <a:r>
              <a:rPr lang="fr-FR" dirty="0">
                <a:latin typeface="+mj-lt"/>
              </a:rPr>
              <a:t> facile (</a:t>
            </a:r>
            <a:r>
              <a:rPr lang="fr-FR" dirty="0" err="1">
                <a:latin typeface="+mj-lt"/>
              </a:rPr>
              <a:t>Pythonic</a:t>
            </a:r>
            <a:r>
              <a:rPr lang="fr-FR" dirty="0">
                <a:latin typeface="+mj-lt"/>
              </a:rPr>
              <a:t>)</a:t>
            </a:r>
          </a:p>
          <a:p>
            <a:pPr lvl="0"/>
            <a:r>
              <a:rPr lang="fr-FR" dirty="0">
                <a:latin typeface="+mj-lt"/>
              </a:rPr>
              <a:t>Flexibilité maximale</a:t>
            </a:r>
          </a:p>
          <a:p>
            <a:pPr lvl="0"/>
            <a:r>
              <a:rPr lang="fr-FR" dirty="0">
                <a:latin typeface="+mj-lt"/>
              </a:rPr>
              <a:t>Meilleur pour la recherche</a:t>
            </a:r>
          </a:p>
          <a:p>
            <a:pPr lvl="0"/>
            <a:r>
              <a:rPr lang="fr-FR" dirty="0" err="1">
                <a:latin typeface="+mj-lt"/>
              </a:rPr>
              <a:t>Computational</a:t>
            </a:r>
            <a:r>
              <a:rPr lang="fr-FR" dirty="0">
                <a:latin typeface="+mj-lt"/>
              </a:rPr>
              <a:t> graph dynamique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A68EFDF-CB9E-B8E0-1D2C-443A35A2FD69}"/>
              </a:ext>
            </a:extLst>
          </p:cNvPr>
          <p:cNvSpPr/>
          <p:nvPr/>
        </p:nvSpPr>
        <p:spPr>
          <a:xfrm>
            <a:off x="4675516" y="3158870"/>
            <a:ext cx="3200549" cy="10231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FR" dirty="0">
                <a:latin typeface="+mj-lt"/>
              </a:rPr>
              <a:t>Courbe d'apprentissage plus raide</a:t>
            </a:r>
          </a:p>
          <a:p>
            <a:pPr lvl="0"/>
            <a:r>
              <a:rPr lang="fr-FR" dirty="0">
                <a:latin typeface="+mj-lt"/>
              </a:rPr>
              <a:t>Plus de code </a:t>
            </a:r>
            <a:r>
              <a:rPr lang="fr-FR" dirty="0" err="1">
                <a:latin typeface="+mj-lt"/>
              </a:rPr>
              <a:t>boilerplate</a:t>
            </a:r>
            <a:endParaRPr lang="fr-FR" dirty="0">
              <a:latin typeface="+mj-lt"/>
            </a:endParaRPr>
          </a:p>
          <a:p>
            <a:pPr lvl="0"/>
            <a:r>
              <a:rPr lang="fr-FR" dirty="0">
                <a:latin typeface="+mj-lt"/>
              </a:rPr>
              <a:t>Documentation moins uniforme</a:t>
            </a:r>
          </a:p>
        </p:txBody>
      </p:sp>
      <p:graphicFrame>
        <p:nvGraphicFramePr>
          <p:cNvPr id="25" name="Diagramme 24">
            <a:extLst>
              <a:ext uri="{FF2B5EF4-FFF2-40B4-BE49-F238E27FC236}">
                <a16:creationId xmlns:a16="http://schemas.microsoft.com/office/drawing/2014/main" id="{E61B3FA6-0FAC-7107-7D35-0629030385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9976580"/>
              </p:ext>
            </p:extLst>
          </p:nvPr>
        </p:nvGraphicFramePr>
        <p:xfrm>
          <a:off x="682337" y="2004721"/>
          <a:ext cx="1112712" cy="1176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6" name="ZoneTexte 25">
            <a:extLst>
              <a:ext uri="{FF2B5EF4-FFF2-40B4-BE49-F238E27FC236}">
                <a16:creationId xmlns:a16="http://schemas.microsoft.com/office/drawing/2014/main" id="{24A854F0-443C-1EC5-A549-D09D24EA6900}"/>
              </a:ext>
            </a:extLst>
          </p:cNvPr>
          <p:cNvSpPr txBox="1"/>
          <p:nvPr/>
        </p:nvSpPr>
        <p:spPr>
          <a:xfrm>
            <a:off x="3493564" y="1316625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+mj-lt"/>
              </a:rPr>
              <a:t>Avantages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2AAB409-DDEC-2960-0DF6-4FF3EE9F4BBA}"/>
              </a:ext>
            </a:extLst>
          </p:cNvPr>
          <p:cNvSpPr txBox="1"/>
          <p:nvPr/>
        </p:nvSpPr>
        <p:spPr>
          <a:xfrm>
            <a:off x="3493712" y="3193026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+mj-lt"/>
              </a:rPr>
              <a:t>Désavantages</a:t>
            </a:r>
          </a:p>
        </p:txBody>
      </p:sp>
      <p:sp>
        <p:nvSpPr>
          <p:cNvPr id="4" name="Google Shape;2779;p36">
            <a:extLst>
              <a:ext uri="{FF2B5EF4-FFF2-40B4-BE49-F238E27FC236}">
                <a16:creationId xmlns:a16="http://schemas.microsoft.com/office/drawing/2014/main" id="{1F24F9D3-B6D2-D275-93D1-5579BDC36C8F}"/>
              </a:ext>
            </a:extLst>
          </p:cNvPr>
          <p:cNvSpPr txBox="1">
            <a:spLocks/>
          </p:cNvSpPr>
          <p:nvPr/>
        </p:nvSpPr>
        <p:spPr>
          <a:xfrm>
            <a:off x="7260423" y="4539969"/>
            <a:ext cx="883813" cy="561513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500" b="1" i="0" u="none" strike="noStrike" cap="non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l"/>
            <a:r>
              <a:rPr lang="en" i="1" dirty="0">
                <a:solidFill>
                  <a:schemeClr val="tx1"/>
                </a:solidFill>
                <a:latin typeface="+mj-lt"/>
              </a:rPr>
              <a:t>08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/>
      <p:bldP spid="14" grpId="0" animBg="1"/>
      <p:bldP spid="23" grpId="0" animBg="1"/>
      <p:bldP spid="24" grpId="0" animBg="1"/>
      <p:bldGraphic spid="25" grpId="0">
        <p:bldAsOne/>
      </p:bldGraphic>
      <p:bldP spid="26" grpId="0"/>
      <p:bldP spid="27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4">
          <a:extLst>
            <a:ext uri="{FF2B5EF4-FFF2-40B4-BE49-F238E27FC236}">
              <a16:creationId xmlns:a16="http://schemas.microsoft.com/office/drawing/2014/main" id="{3EAE780C-9BA3-0598-B038-9469ACDF1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Google Shape;2808;p37">
            <a:extLst>
              <a:ext uri="{FF2B5EF4-FFF2-40B4-BE49-F238E27FC236}">
                <a16:creationId xmlns:a16="http://schemas.microsoft.com/office/drawing/2014/main" id="{1A6044C3-E1EE-2264-E00A-A4946608141F}"/>
              </a:ext>
            </a:extLst>
          </p:cNvPr>
          <p:cNvSpPr/>
          <p:nvPr/>
        </p:nvSpPr>
        <p:spPr>
          <a:xfrm>
            <a:off x="-1414555" y="42014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2809" name="Google Shape;2809;p37">
            <a:extLst>
              <a:ext uri="{FF2B5EF4-FFF2-40B4-BE49-F238E27FC236}">
                <a16:creationId xmlns:a16="http://schemas.microsoft.com/office/drawing/2014/main" id="{0A3F084A-E6A7-5F3C-178F-A74F31D1A900}"/>
              </a:ext>
            </a:extLst>
          </p:cNvPr>
          <p:cNvSpPr/>
          <p:nvPr/>
        </p:nvSpPr>
        <p:spPr>
          <a:xfrm>
            <a:off x="-1111455" y="39221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grpSp>
        <p:nvGrpSpPr>
          <p:cNvPr id="2810" name="Google Shape;2810;p37">
            <a:extLst>
              <a:ext uri="{FF2B5EF4-FFF2-40B4-BE49-F238E27FC236}">
                <a16:creationId xmlns:a16="http://schemas.microsoft.com/office/drawing/2014/main" id="{763C557C-28CD-C67B-5320-E4A2D19302BB}"/>
              </a:ext>
            </a:extLst>
          </p:cNvPr>
          <p:cNvGrpSpPr/>
          <p:nvPr/>
        </p:nvGrpSpPr>
        <p:grpSpPr>
          <a:xfrm rot="10800000">
            <a:off x="7471439" y="3616978"/>
            <a:ext cx="883262" cy="242091"/>
            <a:chOff x="2300350" y="2601250"/>
            <a:chExt cx="2275275" cy="623625"/>
          </a:xfrm>
        </p:grpSpPr>
        <p:sp>
          <p:nvSpPr>
            <p:cNvPr id="2811" name="Google Shape;2811;p37">
              <a:extLst>
                <a:ext uri="{FF2B5EF4-FFF2-40B4-BE49-F238E27FC236}">
                  <a16:creationId xmlns:a16="http://schemas.microsoft.com/office/drawing/2014/main" id="{9A6F2541-C5A3-09D5-D320-CEA8DE006A72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2" name="Google Shape;2812;p37">
              <a:extLst>
                <a:ext uri="{FF2B5EF4-FFF2-40B4-BE49-F238E27FC236}">
                  <a16:creationId xmlns:a16="http://schemas.microsoft.com/office/drawing/2014/main" id="{A85E670B-32D1-C971-C407-268268E242BB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3" name="Google Shape;2813;p37">
              <a:extLst>
                <a:ext uri="{FF2B5EF4-FFF2-40B4-BE49-F238E27FC236}">
                  <a16:creationId xmlns:a16="http://schemas.microsoft.com/office/drawing/2014/main" id="{AA8A94CF-1CE1-29C3-DB84-3C9FBF8E26E6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4" name="Google Shape;2814;p37">
              <a:extLst>
                <a:ext uri="{FF2B5EF4-FFF2-40B4-BE49-F238E27FC236}">
                  <a16:creationId xmlns:a16="http://schemas.microsoft.com/office/drawing/2014/main" id="{23832CBD-4383-198E-A6A3-EF4493C62ECA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5" name="Google Shape;2815;p37">
              <a:extLst>
                <a:ext uri="{FF2B5EF4-FFF2-40B4-BE49-F238E27FC236}">
                  <a16:creationId xmlns:a16="http://schemas.microsoft.com/office/drawing/2014/main" id="{09498C84-93F9-939F-EF51-D05921AFE313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6" name="Google Shape;2816;p37">
              <a:extLst>
                <a:ext uri="{FF2B5EF4-FFF2-40B4-BE49-F238E27FC236}">
                  <a16:creationId xmlns:a16="http://schemas.microsoft.com/office/drawing/2014/main" id="{78B4E586-046C-58D2-362E-54BFB769876B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2817" name="Google Shape;2817;p37">
            <a:extLst>
              <a:ext uri="{FF2B5EF4-FFF2-40B4-BE49-F238E27FC236}">
                <a16:creationId xmlns:a16="http://schemas.microsoft.com/office/drawing/2014/main" id="{1B6B505C-E70F-BCBC-AECB-4ACF4B2C6C17}"/>
              </a:ext>
            </a:extLst>
          </p:cNvPr>
          <p:cNvGrpSpPr/>
          <p:nvPr/>
        </p:nvGrpSpPr>
        <p:grpSpPr>
          <a:xfrm rot="5400000">
            <a:off x="2345200" y="185400"/>
            <a:ext cx="98902" cy="553090"/>
            <a:chOff x="4898850" y="4820550"/>
            <a:chExt cx="98902" cy="553090"/>
          </a:xfrm>
        </p:grpSpPr>
        <p:sp>
          <p:nvSpPr>
            <p:cNvPr id="2818" name="Google Shape;2818;p37">
              <a:extLst>
                <a:ext uri="{FF2B5EF4-FFF2-40B4-BE49-F238E27FC236}">
                  <a16:creationId xmlns:a16="http://schemas.microsoft.com/office/drawing/2014/main" id="{B8FEBDB3-D903-EC15-EEC5-C5258BBFC58A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9" name="Google Shape;2819;p37">
              <a:extLst>
                <a:ext uri="{FF2B5EF4-FFF2-40B4-BE49-F238E27FC236}">
                  <a16:creationId xmlns:a16="http://schemas.microsoft.com/office/drawing/2014/main" id="{4768007B-231A-AD53-1BEF-C990FB38C9DE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0" name="Google Shape;2820;p37">
              <a:extLst>
                <a:ext uri="{FF2B5EF4-FFF2-40B4-BE49-F238E27FC236}">
                  <a16:creationId xmlns:a16="http://schemas.microsoft.com/office/drawing/2014/main" id="{DA5CFE9F-FC12-1CE1-C49E-6A93D48915DB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1" name="Google Shape;2821;p37">
              <a:extLst>
                <a:ext uri="{FF2B5EF4-FFF2-40B4-BE49-F238E27FC236}">
                  <a16:creationId xmlns:a16="http://schemas.microsoft.com/office/drawing/2014/main" id="{E444C516-5FC2-217D-D359-708D452C3B5F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2" name="Google Shape;2822;p37">
              <a:extLst>
                <a:ext uri="{FF2B5EF4-FFF2-40B4-BE49-F238E27FC236}">
                  <a16:creationId xmlns:a16="http://schemas.microsoft.com/office/drawing/2014/main" id="{E01B19C0-7B26-9AC9-693F-67191691EFCB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2823" name="Google Shape;2823;p37">
            <a:extLst>
              <a:ext uri="{FF2B5EF4-FFF2-40B4-BE49-F238E27FC236}">
                <a16:creationId xmlns:a16="http://schemas.microsoft.com/office/drawing/2014/main" id="{86209BAB-123A-0B72-19F9-762AB1A5D1E3}"/>
              </a:ext>
            </a:extLst>
          </p:cNvPr>
          <p:cNvGrpSpPr/>
          <p:nvPr/>
        </p:nvGrpSpPr>
        <p:grpSpPr>
          <a:xfrm>
            <a:off x="2596239" y="4297878"/>
            <a:ext cx="883262" cy="242091"/>
            <a:chOff x="2300350" y="2601250"/>
            <a:chExt cx="2275275" cy="623625"/>
          </a:xfrm>
        </p:grpSpPr>
        <p:sp>
          <p:nvSpPr>
            <p:cNvPr id="2824" name="Google Shape;2824;p37">
              <a:extLst>
                <a:ext uri="{FF2B5EF4-FFF2-40B4-BE49-F238E27FC236}">
                  <a16:creationId xmlns:a16="http://schemas.microsoft.com/office/drawing/2014/main" id="{AFCF28A2-1DF3-C542-F82A-1F0BEE5380F0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5" name="Google Shape;2825;p37">
              <a:extLst>
                <a:ext uri="{FF2B5EF4-FFF2-40B4-BE49-F238E27FC236}">
                  <a16:creationId xmlns:a16="http://schemas.microsoft.com/office/drawing/2014/main" id="{1DA2A4B0-73B1-B51C-C95C-1EB7768B191A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6" name="Google Shape;2826;p37">
              <a:extLst>
                <a:ext uri="{FF2B5EF4-FFF2-40B4-BE49-F238E27FC236}">
                  <a16:creationId xmlns:a16="http://schemas.microsoft.com/office/drawing/2014/main" id="{836EDEFC-BFB8-D307-CE88-4AD6E5ABFC19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7" name="Google Shape;2827;p37">
              <a:extLst>
                <a:ext uri="{FF2B5EF4-FFF2-40B4-BE49-F238E27FC236}">
                  <a16:creationId xmlns:a16="http://schemas.microsoft.com/office/drawing/2014/main" id="{D939B8B6-D45E-FA1A-C878-FC0845E25AA3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8" name="Google Shape;2828;p37">
              <a:extLst>
                <a:ext uri="{FF2B5EF4-FFF2-40B4-BE49-F238E27FC236}">
                  <a16:creationId xmlns:a16="http://schemas.microsoft.com/office/drawing/2014/main" id="{952F38A5-2E5D-D272-1C08-10C5E85778AE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9" name="Google Shape;2829;p37">
              <a:extLst>
                <a:ext uri="{FF2B5EF4-FFF2-40B4-BE49-F238E27FC236}">
                  <a16:creationId xmlns:a16="http://schemas.microsoft.com/office/drawing/2014/main" id="{3315C57F-38C9-D7C5-84DE-FB3F7DA92802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2830" name="Google Shape;2830;p37">
            <a:extLst>
              <a:ext uri="{FF2B5EF4-FFF2-40B4-BE49-F238E27FC236}">
                <a16:creationId xmlns:a16="http://schemas.microsoft.com/office/drawing/2014/main" id="{DA2FFB7A-5749-1296-836F-BEC80EDC0DF4}"/>
              </a:ext>
            </a:extLst>
          </p:cNvPr>
          <p:cNvGrpSpPr/>
          <p:nvPr/>
        </p:nvGrpSpPr>
        <p:grpSpPr>
          <a:xfrm>
            <a:off x="4762192" y="4297866"/>
            <a:ext cx="1105976" cy="133969"/>
            <a:chOff x="8183182" y="663852"/>
            <a:chExt cx="1475028" cy="178673"/>
          </a:xfrm>
        </p:grpSpPr>
        <p:grpSp>
          <p:nvGrpSpPr>
            <p:cNvPr id="2831" name="Google Shape;2831;p37">
              <a:extLst>
                <a:ext uri="{FF2B5EF4-FFF2-40B4-BE49-F238E27FC236}">
                  <a16:creationId xmlns:a16="http://schemas.microsoft.com/office/drawing/2014/main" id="{914811D4-428A-F40B-5384-58552353843B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32" name="Google Shape;2832;p37">
                <a:extLst>
                  <a:ext uri="{FF2B5EF4-FFF2-40B4-BE49-F238E27FC236}">
                    <a16:creationId xmlns:a16="http://schemas.microsoft.com/office/drawing/2014/main" id="{FAA0854D-0418-EBEE-70DE-BD79DA84A4A3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3" name="Google Shape;2833;p37">
                <a:extLst>
                  <a:ext uri="{FF2B5EF4-FFF2-40B4-BE49-F238E27FC236}">
                    <a16:creationId xmlns:a16="http://schemas.microsoft.com/office/drawing/2014/main" id="{AB75437E-7007-78C3-2B58-08C78819CCC0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4" name="Google Shape;2834;p37">
                <a:extLst>
                  <a:ext uri="{FF2B5EF4-FFF2-40B4-BE49-F238E27FC236}">
                    <a16:creationId xmlns:a16="http://schemas.microsoft.com/office/drawing/2014/main" id="{E1B75B65-ACD2-E822-FEFD-354777140B22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5" name="Google Shape;2835;p37">
                <a:extLst>
                  <a:ext uri="{FF2B5EF4-FFF2-40B4-BE49-F238E27FC236}">
                    <a16:creationId xmlns:a16="http://schemas.microsoft.com/office/drawing/2014/main" id="{6FBC5E62-38D8-95B8-6BF5-8B2F8FAA1E69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6" name="Google Shape;2836;p37">
                <a:extLst>
                  <a:ext uri="{FF2B5EF4-FFF2-40B4-BE49-F238E27FC236}">
                    <a16:creationId xmlns:a16="http://schemas.microsoft.com/office/drawing/2014/main" id="{B6D9DF09-7046-599B-E4BE-5D780F4E895F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7" name="Google Shape;2837;p37">
                <a:extLst>
                  <a:ext uri="{FF2B5EF4-FFF2-40B4-BE49-F238E27FC236}">
                    <a16:creationId xmlns:a16="http://schemas.microsoft.com/office/drawing/2014/main" id="{B18E1100-2A09-E604-B988-28477882CC5D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8" name="Google Shape;2838;p37">
                <a:extLst>
                  <a:ext uri="{FF2B5EF4-FFF2-40B4-BE49-F238E27FC236}">
                    <a16:creationId xmlns:a16="http://schemas.microsoft.com/office/drawing/2014/main" id="{094D7FAB-4B98-754B-318B-4B4BCE01890D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9" name="Google Shape;2839;p37">
                <a:extLst>
                  <a:ext uri="{FF2B5EF4-FFF2-40B4-BE49-F238E27FC236}">
                    <a16:creationId xmlns:a16="http://schemas.microsoft.com/office/drawing/2014/main" id="{5ECE5B41-1D92-A9AB-F6FD-844B22BE4C8D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0" name="Google Shape;2840;p37">
                <a:extLst>
                  <a:ext uri="{FF2B5EF4-FFF2-40B4-BE49-F238E27FC236}">
                    <a16:creationId xmlns:a16="http://schemas.microsoft.com/office/drawing/2014/main" id="{9E9AF487-4457-67C1-C60E-E1E6075AE80B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1" name="Google Shape;2841;p37">
                <a:extLst>
                  <a:ext uri="{FF2B5EF4-FFF2-40B4-BE49-F238E27FC236}">
                    <a16:creationId xmlns:a16="http://schemas.microsoft.com/office/drawing/2014/main" id="{E7C7EBF4-3E33-8F7B-49C4-6D19374D642A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  <p:grpSp>
          <p:nvGrpSpPr>
            <p:cNvPr id="2842" name="Google Shape;2842;p37">
              <a:extLst>
                <a:ext uri="{FF2B5EF4-FFF2-40B4-BE49-F238E27FC236}">
                  <a16:creationId xmlns:a16="http://schemas.microsoft.com/office/drawing/2014/main" id="{CE0C88B7-7558-E586-27C0-F28D4B00C5DD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43" name="Google Shape;2843;p37">
                <a:extLst>
                  <a:ext uri="{FF2B5EF4-FFF2-40B4-BE49-F238E27FC236}">
                    <a16:creationId xmlns:a16="http://schemas.microsoft.com/office/drawing/2014/main" id="{A2FBE1CF-A682-3EA9-B574-E04CE0970278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4" name="Google Shape;2844;p37">
                <a:extLst>
                  <a:ext uri="{FF2B5EF4-FFF2-40B4-BE49-F238E27FC236}">
                    <a16:creationId xmlns:a16="http://schemas.microsoft.com/office/drawing/2014/main" id="{62BCB0DA-1361-CCFC-96B4-FE83DDF80296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5" name="Google Shape;2845;p37">
                <a:extLst>
                  <a:ext uri="{FF2B5EF4-FFF2-40B4-BE49-F238E27FC236}">
                    <a16:creationId xmlns:a16="http://schemas.microsoft.com/office/drawing/2014/main" id="{99977C12-16FA-0A57-AE23-A9E081B28212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6" name="Google Shape;2846;p37">
                <a:extLst>
                  <a:ext uri="{FF2B5EF4-FFF2-40B4-BE49-F238E27FC236}">
                    <a16:creationId xmlns:a16="http://schemas.microsoft.com/office/drawing/2014/main" id="{F7F0E1E8-E900-B4F9-7E30-8FCEA048B05F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7" name="Google Shape;2847;p37">
                <a:extLst>
                  <a:ext uri="{FF2B5EF4-FFF2-40B4-BE49-F238E27FC236}">
                    <a16:creationId xmlns:a16="http://schemas.microsoft.com/office/drawing/2014/main" id="{E4AF342F-013C-344F-59A6-1291034B92D9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8" name="Google Shape;2848;p37">
                <a:extLst>
                  <a:ext uri="{FF2B5EF4-FFF2-40B4-BE49-F238E27FC236}">
                    <a16:creationId xmlns:a16="http://schemas.microsoft.com/office/drawing/2014/main" id="{5F1E3347-01DA-4AAC-B935-ED49AD8B4EC8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9" name="Google Shape;2849;p37">
                <a:extLst>
                  <a:ext uri="{FF2B5EF4-FFF2-40B4-BE49-F238E27FC236}">
                    <a16:creationId xmlns:a16="http://schemas.microsoft.com/office/drawing/2014/main" id="{B95AD1B3-95D1-B29F-B0D9-901FB42B46BC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50" name="Google Shape;2850;p37">
                <a:extLst>
                  <a:ext uri="{FF2B5EF4-FFF2-40B4-BE49-F238E27FC236}">
                    <a16:creationId xmlns:a16="http://schemas.microsoft.com/office/drawing/2014/main" id="{2B3A148B-759E-7B05-F339-29B684DB4384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51" name="Google Shape;2851;p37">
                <a:extLst>
                  <a:ext uri="{FF2B5EF4-FFF2-40B4-BE49-F238E27FC236}">
                    <a16:creationId xmlns:a16="http://schemas.microsoft.com/office/drawing/2014/main" id="{71E7BDD7-F4A9-D0F9-15EA-2F2853671853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52" name="Google Shape;2852;p37">
                <a:extLst>
                  <a:ext uri="{FF2B5EF4-FFF2-40B4-BE49-F238E27FC236}">
                    <a16:creationId xmlns:a16="http://schemas.microsoft.com/office/drawing/2014/main" id="{E9B20F59-2CAD-55DD-05D7-7471122381BB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24A6A0F0-BEAF-94CD-E6F4-8793F770E9B3}"/>
              </a:ext>
            </a:extLst>
          </p:cNvPr>
          <p:cNvSpPr txBox="1"/>
          <p:nvPr/>
        </p:nvSpPr>
        <p:spPr>
          <a:xfrm>
            <a:off x="588615" y="54193"/>
            <a:ext cx="18508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Exo"/>
              <a:buNone/>
              <a:tabLst/>
              <a:defRPr/>
            </a:pPr>
            <a:r>
              <a:rPr kumimoji="0" lang="en" sz="8000" b="1" i="0" u="none" strike="noStrike" kern="0" cap="none" spc="0" normalizeH="0" baseline="0" noProof="0" dirty="0">
                <a:ln>
                  <a:noFill/>
                </a:ln>
                <a:solidFill>
                  <a:srgbClr val="8FFFFF"/>
                </a:solidFill>
                <a:effectLst/>
                <a:uLnTx/>
                <a:uFillTx/>
                <a:latin typeface="+mj-lt"/>
                <a:sym typeface="Exo"/>
              </a:rPr>
              <a:t>06</a:t>
            </a:r>
          </a:p>
        </p:txBody>
      </p:sp>
      <p:sp>
        <p:nvSpPr>
          <p:cNvPr id="3" name="Google Shape;3039;p42">
            <a:extLst>
              <a:ext uri="{FF2B5EF4-FFF2-40B4-BE49-F238E27FC236}">
                <a16:creationId xmlns:a16="http://schemas.microsoft.com/office/drawing/2014/main" id="{51AC8DF5-EBF0-2647-A2B2-50BB02822308}"/>
              </a:ext>
            </a:extLst>
          </p:cNvPr>
          <p:cNvSpPr txBox="1">
            <a:spLocks/>
          </p:cNvSpPr>
          <p:nvPr/>
        </p:nvSpPr>
        <p:spPr>
          <a:xfrm>
            <a:off x="2130747" y="313129"/>
            <a:ext cx="4092844" cy="920248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fr-FR" i="1" dirty="0">
                <a:latin typeface="+mj-lt"/>
              </a:rPr>
              <a:t>Comparaison </a:t>
            </a:r>
          </a:p>
          <a:p>
            <a:r>
              <a:rPr lang="fr-FR" i="1" dirty="0">
                <a:solidFill>
                  <a:schemeClr val="accent2"/>
                </a:solidFill>
                <a:latin typeface="+mj-lt"/>
              </a:rPr>
              <a:t>des approches</a:t>
            </a:r>
            <a:endParaRPr lang="fr-FR" dirty="0">
              <a:solidFill>
                <a:schemeClr val="accent2"/>
              </a:solidFill>
              <a:latin typeface="+mj-lt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2E9CC0C1-B81E-79A4-BB35-6BFBBF596436}"/>
              </a:ext>
            </a:extLst>
          </p:cNvPr>
          <p:cNvCxnSpPr/>
          <p:nvPr/>
        </p:nvCxnSpPr>
        <p:spPr>
          <a:xfrm>
            <a:off x="1831923" y="2640072"/>
            <a:ext cx="1496568" cy="0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Organigramme : Connecteur 13">
            <a:extLst>
              <a:ext uri="{FF2B5EF4-FFF2-40B4-BE49-F238E27FC236}">
                <a16:creationId xmlns:a16="http://schemas.microsoft.com/office/drawing/2014/main" id="{7E550CF8-8EAC-A365-FFB6-514ABDF0FBEB}"/>
              </a:ext>
            </a:extLst>
          </p:cNvPr>
          <p:cNvSpPr/>
          <p:nvPr/>
        </p:nvSpPr>
        <p:spPr>
          <a:xfrm>
            <a:off x="3134828" y="2411472"/>
            <a:ext cx="457200" cy="457200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0C5C8D2-BB92-AD05-8406-E9756E6EFCA2}"/>
              </a:ext>
            </a:extLst>
          </p:cNvPr>
          <p:cNvCxnSpPr>
            <a:stCxn id="14" idx="0"/>
          </p:cNvCxnSpPr>
          <p:nvPr/>
        </p:nvCxnSpPr>
        <p:spPr>
          <a:xfrm flipV="1">
            <a:off x="3363428" y="1629420"/>
            <a:ext cx="0" cy="7560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6BC60628-B7FD-4927-7B8A-A0AEF0FE1B12}"/>
              </a:ext>
            </a:extLst>
          </p:cNvPr>
          <p:cNvCxnSpPr>
            <a:stCxn id="14" idx="4"/>
          </p:cNvCxnSpPr>
          <p:nvPr/>
        </p:nvCxnSpPr>
        <p:spPr>
          <a:xfrm>
            <a:off x="3363428" y="2868672"/>
            <a:ext cx="40568" cy="74830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1448A847-D610-339D-5858-5B519D6C129D}"/>
              </a:ext>
            </a:extLst>
          </p:cNvPr>
          <p:cNvCxnSpPr/>
          <p:nvPr/>
        </p:nvCxnSpPr>
        <p:spPr>
          <a:xfrm>
            <a:off x="3363428" y="1629420"/>
            <a:ext cx="1284882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132E0EE5-9EE0-5F2F-9703-64C0F5C38B45}"/>
              </a:ext>
            </a:extLst>
          </p:cNvPr>
          <p:cNvCxnSpPr/>
          <p:nvPr/>
        </p:nvCxnSpPr>
        <p:spPr>
          <a:xfrm>
            <a:off x="3403996" y="3616978"/>
            <a:ext cx="140925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A78D2AB0-2168-77C1-3258-3D497747BC48}"/>
              </a:ext>
            </a:extLst>
          </p:cNvPr>
          <p:cNvSpPr/>
          <p:nvPr/>
        </p:nvSpPr>
        <p:spPr>
          <a:xfrm>
            <a:off x="4623316" y="1233377"/>
            <a:ext cx="3200549" cy="12445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FR">
                <a:latin typeface="+mj-lt"/>
              </a:rPr>
              <a:t>API haut niveau très intuitive</a:t>
            </a:r>
          </a:p>
          <a:p>
            <a:pPr lvl="0"/>
            <a:r>
              <a:rPr lang="fr-FR">
                <a:latin typeface="+mj-lt"/>
              </a:rPr>
              <a:t>Développement rapide</a:t>
            </a:r>
          </a:p>
          <a:p>
            <a:pPr lvl="0"/>
            <a:r>
              <a:rPr lang="fr-FR">
                <a:latin typeface="+mj-lt"/>
              </a:rPr>
              <a:t>Documentation excellente</a:t>
            </a:r>
          </a:p>
          <a:p>
            <a:pPr lvl="0"/>
            <a:r>
              <a:rPr lang="fr-FR">
                <a:latin typeface="+mj-lt"/>
              </a:rPr>
              <a:t>Intégration TensorFlow complète</a:t>
            </a:r>
          </a:p>
          <a:p>
            <a:pPr lvl="0"/>
            <a:r>
              <a:rPr lang="fr-FR">
                <a:latin typeface="+mj-lt"/>
              </a:rPr>
              <a:t>Meilleur pour le prototypage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F6E0579-4E22-85E9-5B27-548DD3128560}"/>
              </a:ext>
            </a:extLst>
          </p:cNvPr>
          <p:cNvSpPr/>
          <p:nvPr/>
        </p:nvSpPr>
        <p:spPr>
          <a:xfrm>
            <a:off x="4675516" y="3158870"/>
            <a:ext cx="3200549" cy="10231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FR">
                <a:latin typeface="+mj-lt"/>
              </a:rPr>
              <a:t>Moins de flexibilité</a:t>
            </a:r>
          </a:p>
          <a:p>
            <a:pPr lvl="0"/>
            <a:r>
              <a:rPr lang="fr-FR">
                <a:latin typeface="+mj-lt"/>
              </a:rPr>
              <a:t>Debugging plus difficile</a:t>
            </a:r>
          </a:p>
          <a:p>
            <a:pPr lvl="0"/>
            <a:r>
              <a:rPr lang="fr-FR">
                <a:latin typeface="+mj-lt"/>
              </a:rPr>
              <a:t>Contrôle limité sur les détails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6B9A51C-DBB7-7F8E-E8BB-781BCA1101AE}"/>
              </a:ext>
            </a:extLst>
          </p:cNvPr>
          <p:cNvSpPr txBox="1"/>
          <p:nvPr/>
        </p:nvSpPr>
        <p:spPr>
          <a:xfrm>
            <a:off x="3477847" y="1380302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+mj-lt"/>
              </a:rPr>
              <a:t>Avantages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DE52F39-70B2-6650-8A70-723D0B20F915}"/>
              </a:ext>
            </a:extLst>
          </p:cNvPr>
          <p:cNvSpPr txBox="1"/>
          <p:nvPr/>
        </p:nvSpPr>
        <p:spPr>
          <a:xfrm>
            <a:off x="3477847" y="3342946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+mj-lt"/>
              </a:rPr>
              <a:t>Désavantages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DEB6935-7343-6271-BDF0-D4058B41AC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6080" y="1727324"/>
            <a:ext cx="2629620" cy="1688852"/>
          </a:xfrm>
          <a:prstGeom prst="rect">
            <a:avLst/>
          </a:prstGeom>
        </p:spPr>
      </p:pic>
      <p:sp>
        <p:nvSpPr>
          <p:cNvPr id="5" name="Google Shape;3040;p42">
            <a:extLst>
              <a:ext uri="{FF2B5EF4-FFF2-40B4-BE49-F238E27FC236}">
                <a16:creationId xmlns:a16="http://schemas.microsoft.com/office/drawing/2014/main" id="{AB16EA7D-A955-BE2E-E027-EEDAC18A0CB0}"/>
              </a:ext>
            </a:extLst>
          </p:cNvPr>
          <p:cNvSpPr txBox="1">
            <a:spLocks/>
          </p:cNvSpPr>
          <p:nvPr/>
        </p:nvSpPr>
        <p:spPr>
          <a:xfrm>
            <a:off x="51274" y="1855672"/>
            <a:ext cx="1462784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18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xo"/>
              <a:buNone/>
              <a:defRPr sz="2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dirty="0" err="1">
                <a:solidFill>
                  <a:schemeClr val="accent2"/>
                </a:solidFill>
                <a:latin typeface="+mj-lt"/>
                <a:ea typeface="Codec Pro"/>
                <a:cs typeface="Codec Pro"/>
                <a:sym typeface="Codec Pro"/>
              </a:rPr>
              <a:t>Keras</a:t>
            </a:r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" name="Google Shape;2779;p36">
            <a:extLst>
              <a:ext uri="{FF2B5EF4-FFF2-40B4-BE49-F238E27FC236}">
                <a16:creationId xmlns:a16="http://schemas.microsoft.com/office/drawing/2014/main" id="{0DC0FD21-88F8-2F3B-C757-B35A369D7316}"/>
              </a:ext>
            </a:extLst>
          </p:cNvPr>
          <p:cNvSpPr txBox="1">
            <a:spLocks/>
          </p:cNvSpPr>
          <p:nvPr/>
        </p:nvSpPr>
        <p:spPr>
          <a:xfrm>
            <a:off x="7172458" y="4539969"/>
            <a:ext cx="883813" cy="561513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500" b="1" i="0" u="none" strike="noStrike" cap="non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l"/>
            <a:r>
              <a:rPr lang="en" i="1" dirty="0">
                <a:solidFill>
                  <a:schemeClr val="tx1"/>
                </a:solidFill>
                <a:latin typeface="+mj-l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415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4" grpId="0" animBg="1"/>
      <p:bldP spid="23" grpId="0" animBg="1"/>
      <p:bldP spid="24" grpId="0" animBg="1"/>
      <p:bldP spid="26" grpId="0"/>
      <p:bldP spid="27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4">
          <a:extLst>
            <a:ext uri="{FF2B5EF4-FFF2-40B4-BE49-F238E27FC236}">
              <a16:creationId xmlns:a16="http://schemas.microsoft.com/office/drawing/2014/main" id="{F9EEF20C-A178-19C6-104A-1FA9A20B5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Google Shape;2805;p37">
            <a:extLst>
              <a:ext uri="{FF2B5EF4-FFF2-40B4-BE49-F238E27FC236}">
                <a16:creationId xmlns:a16="http://schemas.microsoft.com/office/drawing/2014/main" id="{0B3CC190-5BC5-C57D-BD0D-928B2EBFF9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Recommandations</a:t>
            </a:r>
            <a:br>
              <a:rPr lang="en" dirty="0">
                <a:latin typeface="+mj-lt"/>
              </a:rPr>
            </a:br>
            <a:r>
              <a:rPr lang="en" dirty="0">
                <a:solidFill>
                  <a:schemeClr val="accent2"/>
                </a:solidFill>
                <a:latin typeface="+mj-lt"/>
              </a:rPr>
              <a:t>d’usage</a:t>
            </a:r>
            <a:endParaRPr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806" name="Google Shape;2806;p37">
            <a:extLst>
              <a:ext uri="{FF2B5EF4-FFF2-40B4-BE49-F238E27FC236}">
                <a16:creationId xmlns:a16="http://schemas.microsoft.com/office/drawing/2014/main" id="{99ED7405-C3ED-1682-AC0F-EAF321C67B9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1600" dirty="0">
                <a:latin typeface="+mj-lt"/>
              </a:rPr>
              <a:t>Débutants : Commencer par </a:t>
            </a:r>
            <a:r>
              <a:rPr lang="fr-FR" sz="1600" dirty="0" err="1">
                <a:latin typeface="+mj-lt"/>
              </a:rPr>
              <a:t>Keras</a:t>
            </a:r>
            <a:endParaRPr lang="fr-FR" sz="1600" dirty="0">
              <a:latin typeface="+mj-lt"/>
            </a:endParaRPr>
          </a:p>
          <a:p>
            <a:pPr lvl="0"/>
            <a:r>
              <a:rPr lang="fr-FR" sz="1600" dirty="0">
                <a:latin typeface="+mj-lt"/>
              </a:rPr>
              <a:t>Prototypage rapide : </a:t>
            </a:r>
            <a:r>
              <a:rPr lang="fr-FR" sz="1600" dirty="0" err="1">
                <a:latin typeface="+mj-lt"/>
              </a:rPr>
              <a:t>Keras</a:t>
            </a:r>
            <a:endParaRPr lang="fr-FR" sz="1600" dirty="0">
              <a:latin typeface="+mj-lt"/>
            </a:endParaRPr>
          </a:p>
          <a:p>
            <a:pPr lvl="0"/>
            <a:r>
              <a:rPr lang="fr-FR" sz="1600" dirty="0">
                <a:latin typeface="+mj-lt"/>
              </a:rPr>
              <a:t>Recherche/expérimentation : </a:t>
            </a:r>
            <a:r>
              <a:rPr lang="fr-FR" sz="1600" dirty="0" err="1">
                <a:latin typeface="+mj-lt"/>
              </a:rPr>
              <a:t>PyTorch</a:t>
            </a:r>
            <a:endParaRPr lang="fr-FR" sz="1600" dirty="0">
              <a:latin typeface="+mj-lt"/>
            </a:endParaRPr>
          </a:p>
          <a:p>
            <a:pPr lvl="0"/>
            <a:r>
              <a:rPr lang="fr-FR" sz="1600" dirty="0">
                <a:latin typeface="+mj-lt"/>
              </a:rPr>
              <a:t>Production : Les deux sont viables</a:t>
            </a:r>
          </a:p>
          <a:p>
            <a:r>
              <a:rPr lang="fr-FR" sz="1600" dirty="0">
                <a:latin typeface="+mj-lt"/>
              </a:rPr>
              <a:t>Contrôle maximal : </a:t>
            </a:r>
            <a:r>
              <a:rPr lang="fr-FR" sz="1600" dirty="0" err="1">
                <a:latin typeface="+mj-lt"/>
              </a:rPr>
              <a:t>PyTorch</a:t>
            </a:r>
            <a:endParaRPr sz="1600" dirty="0">
              <a:latin typeface="+mj-lt"/>
            </a:endParaRPr>
          </a:p>
        </p:txBody>
      </p:sp>
      <p:pic>
        <p:nvPicPr>
          <p:cNvPr id="2807" name="Google Shape;2807;p37">
            <a:extLst>
              <a:ext uri="{FF2B5EF4-FFF2-40B4-BE49-F238E27FC236}">
                <a16:creationId xmlns:a16="http://schemas.microsoft.com/office/drawing/2014/main" id="{4A858A71-F6A2-9A61-5479-1BCCD0AE0A22}"/>
              </a:ext>
            </a:extLst>
          </p:cNvPr>
          <p:cNvPicPr preferRelativeResize="0"/>
          <p:nvPr/>
        </p:nvPicPr>
        <p:blipFill>
          <a:blip r:embed="rId3"/>
          <a:srcRect l="49" r="49"/>
          <a:stretch/>
        </p:blipFill>
        <p:spPr>
          <a:xfrm>
            <a:off x="5111764" y="1225915"/>
            <a:ext cx="2727600" cy="2730300"/>
          </a:xfrm>
          <a:prstGeom prst="ellipse">
            <a:avLst/>
          </a:prstGeom>
          <a:noFill/>
          <a:ln>
            <a:noFill/>
          </a:ln>
          <a:effectLst>
            <a:outerShdw blurRad="657225" algn="bl" rotWithShape="0">
              <a:schemeClr val="accent2">
                <a:alpha val="40000"/>
              </a:schemeClr>
            </a:outerShdw>
          </a:effectLst>
        </p:spPr>
      </p:pic>
      <p:sp>
        <p:nvSpPr>
          <p:cNvPr id="2808" name="Google Shape;2808;p37">
            <a:extLst>
              <a:ext uri="{FF2B5EF4-FFF2-40B4-BE49-F238E27FC236}">
                <a16:creationId xmlns:a16="http://schemas.microsoft.com/office/drawing/2014/main" id="{883A1739-9B80-44DF-47D1-F892510678CA}"/>
              </a:ext>
            </a:extLst>
          </p:cNvPr>
          <p:cNvSpPr/>
          <p:nvPr/>
        </p:nvSpPr>
        <p:spPr>
          <a:xfrm>
            <a:off x="-1414555" y="42014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2809" name="Google Shape;2809;p37">
            <a:extLst>
              <a:ext uri="{FF2B5EF4-FFF2-40B4-BE49-F238E27FC236}">
                <a16:creationId xmlns:a16="http://schemas.microsoft.com/office/drawing/2014/main" id="{3FC48BFA-A3CD-D39A-1ECD-B13792E38E90}"/>
              </a:ext>
            </a:extLst>
          </p:cNvPr>
          <p:cNvSpPr/>
          <p:nvPr/>
        </p:nvSpPr>
        <p:spPr>
          <a:xfrm>
            <a:off x="-1111455" y="39221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grpSp>
        <p:nvGrpSpPr>
          <p:cNvPr id="2810" name="Google Shape;2810;p37">
            <a:extLst>
              <a:ext uri="{FF2B5EF4-FFF2-40B4-BE49-F238E27FC236}">
                <a16:creationId xmlns:a16="http://schemas.microsoft.com/office/drawing/2014/main" id="{1792CE8E-AEAB-CF12-9C37-E816E0F15DAE}"/>
              </a:ext>
            </a:extLst>
          </p:cNvPr>
          <p:cNvGrpSpPr/>
          <p:nvPr/>
        </p:nvGrpSpPr>
        <p:grpSpPr>
          <a:xfrm rot="10800000">
            <a:off x="7471439" y="3616978"/>
            <a:ext cx="883262" cy="242091"/>
            <a:chOff x="2300350" y="2601250"/>
            <a:chExt cx="2275275" cy="623625"/>
          </a:xfrm>
        </p:grpSpPr>
        <p:sp>
          <p:nvSpPr>
            <p:cNvPr id="2811" name="Google Shape;2811;p37">
              <a:extLst>
                <a:ext uri="{FF2B5EF4-FFF2-40B4-BE49-F238E27FC236}">
                  <a16:creationId xmlns:a16="http://schemas.microsoft.com/office/drawing/2014/main" id="{83522C49-16B1-8924-DCC4-3F43D74EB218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2" name="Google Shape;2812;p37">
              <a:extLst>
                <a:ext uri="{FF2B5EF4-FFF2-40B4-BE49-F238E27FC236}">
                  <a16:creationId xmlns:a16="http://schemas.microsoft.com/office/drawing/2014/main" id="{C11CFE28-BF91-DD37-353F-0A267678171A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3" name="Google Shape;2813;p37">
              <a:extLst>
                <a:ext uri="{FF2B5EF4-FFF2-40B4-BE49-F238E27FC236}">
                  <a16:creationId xmlns:a16="http://schemas.microsoft.com/office/drawing/2014/main" id="{A7CAA25F-9A12-7CF7-64D4-4A7A3377989D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4" name="Google Shape;2814;p37">
              <a:extLst>
                <a:ext uri="{FF2B5EF4-FFF2-40B4-BE49-F238E27FC236}">
                  <a16:creationId xmlns:a16="http://schemas.microsoft.com/office/drawing/2014/main" id="{5CE91F61-5F47-1049-D0DA-B2FFC19E2CE5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5" name="Google Shape;2815;p37">
              <a:extLst>
                <a:ext uri="{FF2B5EF4-FFF2-40B4-BE49-F238E27FC236}">
                  <a16:creationId xmlns:a16="http://schemas.microsoft.com/office/drawing/2014/main" id="{41C9CD65-2F36-2EE6-B7BA-0B9D7A323730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6" name="Google Shape;2816;p37">
              <a:extLst>
                <a:ext uri="{FF2B5EF4-FFF2-40B4-BE49-F238E27FC236}">
                  <a16:creationId xmlns:a16="http://schemas.microsoft.com/office/drawing/2014/main" id="{74254C88-0347-F8C3-0C00-81AFD54120D7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2817" name="Google Shape;2817;p37">
            <a:extLst>
              <a:ext uri="{FF2B5EF4-FFF2-40B4-BE49-F238E27FC236}">
                <a16:creationId xmlns:a16="http://schemas.microsoft.com/office/drawing/2014/main" id="{439ABB42-EADE-5E99-7D31-595930A0A67F}"/>
              </a:ext>
            </a:extLst>
          </p:cNvPr>
          <p:cNvGrpSpPr/>
          <p:nvPr/>
        </p:nvGrpSpPr>
        <p:grpSpPr>
          <a:xfrm rot="5400000">
            <a:off x="2345200" y="185400"/>
            <a:ext cx="98902" cy="553090"/>
            <a:chOff x="4898850" y="4820550"/>
            <a:chExt cx="98902" cy="553090"/>
          </a:xfrm>
        </p:grpSpPr>
        <p:sp>
          <p:nvSpPr>
            <p:cNvPr id="2818" name="Google Shape;2818;p37">
              <a:extLst>
                <a:ext uri="{FF2B5EF4-FFF2-40B4-BE49-F238E27FC236}">
                  <a16:creationId xmlns:a16="http://schemas.microsoft.com/office/drawing/2014/main" id="{63322147-7CAA-F6BD-E989-5D110732EC3C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19" name="Google Shape;2819;p37">
              <a:extLst>
                <a:ext uri="{FF2B5EF4-FFF2-40B4-BE49-F238E27FC236}">
                  <a16:creationId xmlns:a16="http://schemas.microsoft.com/office/drawing/2014/main" id="{97B6D9A0-A10B-0F80-0657-CF8FB135471E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0" name="Google Shape;2820;p37">
              <a:extLst>
                <a:ext uri="{FF2B5EF4-FFF2-40B4-BE49-F238E27FC236}">
                  <a16:creationId xmlns:a16="http://schemas.microsoft.com/office/drawing/2014/main" id="{A8E7CD55-20EC-6359-79B0-75887B882290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1" name="Google Shape;2821;p37">
              <a:extLst>
                <a:ext uri="{FF2B5EF4-FFF2-40B4-BE49-F238E27FC236}">
                  <a16:creationId xmlns:a16="http://schemas.microsoft.com/office/drawing/2014/main" id="{FBF02CF6-06FF-D6AB-4336-7AEFFDED30E3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2" name="Google Shape;2822;p37">
              <a:extLst>
                <a:ext uri="{FF2B5EF4-FFF2-40B4-BE49-F238E27FC236}">
                  <a16:creationId xmlns:a16="http://schemas.microsoft.com/office/drawing/2014/main" id="{D08CC078-3815-B77A-363B-34B6CB935243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2823" name="Google Shape;2823;p37">
            <a:extLst>
              <a:ext uri="{FF2B5EF4-FFF2-40B4-BE49-F238E27FC236}">
                <a16:creationId xmlns:a16="http://schemas.microsoft.com/office/drawing/2014/main" id="{4600CB6C-40B5-D687-C17D-A384C977715F}"/>
              </a:ext>
            </a:extLst>
          </p:cNvPr>
          <p:cNvGrpSpPr/>
          <p:nvPr/>
        </p:nvGrpSpPr>
        <p:grpSpPr>
          <a:xfrm>
            <a:off x="2596239" y="4297878"/>
            <a:ext cx="883262" cy="242091"/>
            <a:chOff x="2300350" y="2601250"/>
            <a:chExt cx="2275275" cy="623625"/>
          </a:xfrm>
        </p:grpSpPr>
        <p:sp>
          <p:nvSpPr>
            <p:cNvPr id="2824" name="Google Shape;2824;p37">
              <a:extLst>
                <a:ext uri="{FF2B5EF4-FFF2-40B4-BE49-F238E27FC236}">
                  <a16:creationId xmlns:a16="http://schemas.microsoft.com/office/drawing/2014/main" id="{796EABF1-5821-3DBA-DA61-5F634B97D5AF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5" name="Google Shape;2825;p37">
              <a:extLst>
                <a:ext uri="{FF2B5EF4-FFF2-40B4-BE49-F238E27FC236}">
                  <a16:creationId xmlns:a16="http://schemas.microsoft.com/office/drawing/2014/main" id="{DECCB525-C1C5-72C6-FD87-A961B8A73F4D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6" name="Google Shape;2826;p37">
              <a:extLst>
                <a:ext uri="{FF2B5EF4-FFF2-40B4-BE49-F238E27FC236}">
                  <a16:creationId xmlns:a16="http://schemas.microsoft.com/office/drawing/2014/main" id="{92D5F703-00BD-6291-F722-16701C78F82E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7" name="Google Shape;2827;p37">
              <a:extLst>
                <a:ext uri="{FF2B5EF4-FFF2-40B4-BE49-F238E27FC236}">
                  <a16:creationId xmlns:a16="http://schemas.microsoft.com/office/drawing/2014/main" id="{2DCF87B7-60D9-AAEB-E164-5D24CCDF8942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8" name="Google Shape;2828;p37">
              <a:extLst>
                <a:ext uri="{FF2B5EF4-FFF2-40B4-BE49-F238E27FC236}">
                  <a16:creationId xmlns:a16="http://schemas.microsoft.com/office/drawing/2014/main" id="{6980D157-38A4-54E2-C2DA-96454AB7BD45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29" name="Google Shape;2829;p37">
              <a:extLst>
                <a:ext uri="{FF2B5EF4-FFF2-40B4-BE49-F238E27FC236}">
                  <a16:creationId xmlns:a16="http://schemas.microsoft.com/office/drawing/2014/main" id="{EDB4A997-D3FB-F519-9867-BC9850A8039F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2830" name="Google Shape;2830;p37">
            <a:extLst>
              <a:ext uri="{FF2B5EF4-FFF2-40B4-BE49-F238E27FC236}">
                <a16:creationId xmlns:a16="http://schemas.microsoft.com/office/drawing/2014/main" id="{FAEC2B75-71C7-B3DD-E1A7-9CA0ECC7D005}"/>
              </a:ext>
            </a:extLst>
          </p:cNvPr>
          <p:cNvGrpSpPr/>
          <p:nvPr/>
        </p:nvGrpSpPr>
        <p:grpSpPr>
          <a:xfrm>
            <a:off x="4762192" y="4297866"/>
            <a:ext cx="1105976" cy="133969"/>
            <a:chOff x="8183182" y="663852"/>
            <a:chExt cx="1475028" cy="178673"/>
          </a:xfrm>
        </p:grpSpPr>
        <p:grpSp>
          <p:nvGrpSpPr>
            <p:cNvPr id="2831" name="Google Shape;2831;p37">
              <a:extLst>
                <a:ext uri="{FF2B5EF4-FFF2-40B4-BE49-F238E27FC236}">
                  <a16:creationId xmlns:a16="http://schemas.microsoft.com/office/drawing/2014/main" id="{50CE631F-D8A6-D33A-6E47-B537F3F094B7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32" name="Google Shape;2832;p37">
                <a:extLst>
                  <a:ext uri="{FF2B5EF4-FFF2-40B4-BE49-F238E27FC236}">
                    <a16:creationId xmlns:a16="http://schemas.microsoft.com/office/drawing/2014/main" id="{B3B27CC6-7B3B-25E6-B250-CF97D4076B00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3" name="Google Shape;2833;p37">
                <a:extLst>
                  <a:ext uri="{FF2B5EF4-FFF2-40B4-BE49-F238E27FC236}">
                    <a16:creationId xmlns:a16="http://schemas.microsoft.com/office/drawing/2014/main" id="{CB3F5C7F-1B1D-1348-A0F7-E7071838607A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4" name="Google Shape;2834;p37">
                <a:extLst>
                  <a:ext uri="{FF2B5EF4-FFF2-40B4-BE49-F238E27FC236}">
                    <a16:creationId xmlns:a16="http://schemas.microsoft.com/office/drawing/2014/main" id="{BD9C45B1-15D1-D760-9EC3-A70EECCB120B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5" name="Google Shape;2835;p37">
                <a:extLst>
                  <a:ext uri="{FF2B5EF4-FFF2-40B4-BE49-F238E27FC236}">
                    <a16:creationId xmlns:a16="http://schemas.microsoft.com/office/drawing/2014/main" id="{5E3DDC35-8230-2139-E92E-625C4DFB5D47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6" name="Google Shape;2836;p37">
                <a:extLst>
                  <a:ext uri="{FF2B5EF4-FFF2-40B4-BE49-F238E27FC236}">
                    <a16:creationId xmlns:a16="http://schemas.microsoft.com/office/drawing/2014/main" id="{503FCE03-468A-0671-F7A3-3069098C6ED8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7" name="Google Shape;2837;p37">
                <a:extLst>
                  <a:ext uri="{FF2B5EF4-FFF2-40B4-BE49-F238E27FC236}">
                    <a16:creationId xmlns:a16="http://schemas.microsoft.com/office/drawing/2014/main" id="{0E9CA2E6-BCA4-91D8-844D-AEB60894B143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8" name="Google Shape;2838;p37">
                <a:extLst>
                  <a:ext uri="{FF2B5EF4-FFF2-40B4-BE49-F238E27FC236}">
                    <a16:creationId xmlns:a16="http://schemas.microsoft.com/office/drawing/2014/main" id="{63867223-74DC-084F-4ACA-FB1CB20B77D4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39" name="Google Shape;2839;p37">
                <a:extLst>
                  <a:ext uri="{FF2B5EF4-FFF2-40B4-BE49-F238E27FC236}">
                    <a16:creationId xmlns:a16="http://schemas.microsoft.com/office/drawing/2014/main" id="{E792D545-F856-B049-EFD2-0F477B59A8A6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0" name="Google Shape;2840;p37">
                <a:extLst>
                  <a:ext uri="{FF2B5EF4-FFF2-40B4-BE49-F238E27FC236}">
                    <a16:creationId xmlns:a16="http://schemas.microsoft.com/office/drawing/2014/main" id="{FF18E7C7-3A79-CD76-A431-B53EE0ED96A8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1" name="Google Shape;2841;p37">
                <a:extLst>
                  <a:ext uri="{FF2B5EF4-FFF2-40B4-BE49-F238E27FC236}">
                    <a16:creationId xmlns:a16="http://schemas.microsoft.com/office/drawing/2014/main" id="{2306AE2B-30A4-85CD-8F2B-720EA8958DE2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  <p:grpSp>
          <p:nvGrpSpPr>
            <p:cNvPr id="2842" name="Google Shape;2842;p37">
              <a:extLst>
                <a:ext uri="{FF2B5EF4-FFF2-40B4-BE49-F238E27FC236}">
                  <a16:creationId xmlns:a16="http://schemas.microsoft.com/office/drawing/2014/main" id="{EA4416F9-1E3A-BCA0-4FDA-CA5C24DC7FEE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43" name="Google Shape;2843;p37">
                <a:extLst>
                  <a:ext uri="{FF2B5EF4-FFF2-40B4-BE49-F238E27FC236}">
                    <a16:creationId xmlns:a16="http://schemas.microsoft.com/office/drawing/2014/main" id="{FA053B17-DE5C-74AB-9335-E59DBB44333C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4" name="Google Shape;2844;p37">
                <a:extLst>
                  <a:ext uri="{FF2B5EF4-FFF2-40B4-BE49-F238E27FC236}">
                    <a16:creationId xmlns:a16="http://schemas.microsoft.com/office/drawing/2014/main" id="{2EF05237-144C-0390-D55A-E26FBCFF7BFB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5" name="Google Shape;2845;p37">
                <a:extLst>
                  <a:ext uri="{FF2B5EF4-FFF2-40B4-BE49-F238E27FC236}">
                    <a16:creationId xmlns:a16="http://schemas.microsoft.com/office/drawing/2014/main" id="{7AF93E7A-04C1-E5AD-E08C-B9EFD7789734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6" name="Google Shape;2846;p37">
                <a:extLst>
                  <a:ext uri="{FF2B5EF4-FFF2-40B4-BE49-F238E27FC236}">
                    <a16:creationId xmlns:a16="http://schemas.microsoft.com/office/drawing/2014/main" id="{4637B86E-39A8-F796-523E-04E280883E84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7" name="Google Shape;2847;p37">
                <a:extLst>
                  <a:ext uri="{FF2B5EF4-FFF2-40B4-BE49-F238E27FC236}">
                    <a16:creationId xmlns:a16="http://schemas.microsoft.com/office/drawing/2014/main" id="{B2827C86-F091-D7CB-738B-6C261A005E6A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8" name="Google Shape;2848;p37">
                <a:extLst>
                  <a:ext uri="{FF2B5EF4-FFF2-40B4-BE49-F238E27FC236}">
                    <a16:creationId xmlns:a16="http://schemas.microsoft.com/office/drawing/2014/main" id="{54D2BD81-A955-3F2E-55E8-65EFB3374F63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49" name="Google Shape;2849;p37">
                <a:extLst>
                  <a:ext uri="{FF2B5EF4-FFF2-40B4-BE49-F238E27FC236}">
                    <a16:creationId xmlns:a16="http://schemas.microsoft.com/office/drawing/2014/main" id="{A88638C7-DDBA-B75C-CEDD-1EE040F55EDA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50" name="Google Shape;2850;p37">
                <a:extLst>
                  <a:ext uri="{FF2B5EF4-FFF2-40B4-BE49-F238E27FC236}">
                    <a16:creationId xmlns:a16="http://schemas.microsoft.com/office/drawing/2014/main" id="{2A483603-0E18-119D-806F-8559B473F7AE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51" name="Google Shape;2851;p37">
                <a:extLst>
                  <a:ext uri="{FF2B5EF4-FFF2-40B4-BE49-F238E27FC236}">
                    <a16:creationId xmlns:a16="http://schemas.microsoft.com/office/drawing/2014/main" id="{E5442BF7-9F3D-A605-52B8-E312902B9348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52" name="Google Shape;2852;p37">
                <a:extLst>
                  <a:ext uri="{FF2B5EF4-FFF2-40B4-BE49-F238E27FC236}">
                    <a16:creationId xmlns:a16="http://schemas.microsoft.com/office/drawing/2014/main" id="{D4130DDB-359B-435C-E596-8D2302841CC1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</p:grpSp>
      <p:sp>
        <p:nvSpPr>
          <p:cNvPr id="2" name="Google Shape;2779;p36">
            <a:extLst>
              <a:ext uri="{FF2B5EF4-FFF2-40B4-BE49-F238E27FC236}">
                <a16:creationId xmlns:a16="http://schemas.microsoft.com/office/drawing/2014/main" id="{F2A73072-6BDD-E914-5AEE-B347BC444494}"/>
              </a:ext>
            </a:extLst>
          </p:cNvPr>
          <p:cNvSpPr txBox="1">
            <a:spLocks/>
          </p:cNvSpPr>
          <p:nvPr/>
        </p:nvSpPr>
        <p:spPr>
          <a:xfrm>
            <a:off x="7122528" y="4539969"/>
            <a:ext cx="883813" cy="561513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500" b="1" i="0" u="none" strike="noStrike" cap="non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l"/>
            <a:r>
              <a:rPr lang="en" i="1" dirty="0">
                <a:solidFill>
                  <a:schemeClr val="tx1"/>
                </a:solidFill>
                <a:latin typeface="+mj-l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8739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" grpId="0"/>
      <p:bldP spid="2806" grpId="0" build="p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Google Shape;3085;p43"/>
          <p:cNvSpPr txBox="1">
            <a:spLocks noGrp="1"/>
          </p:cNvSpPr>
          <p:nvPr>
            <p:ph type="title" idx="4"/>
          </p:nvPr>
        </p:nvSpPr>
        <p:spPr>
          <a:xfrm>
            <a:off x="1172677" y="325062"/>
            <a:ext cx="4684916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+mj-lt"/>
              </a:rPr>
              <a:t>Bonnes</a:t>
            </a:r>
            <a:br>
              <a:rPr lang="fr-FR" dirty="0">
                <a:latin typeface="+mj-lt"/>
              </a:rPr>
            </a:br>
            <a:r>
              <a:rPr lang="fr-FR" dirty="0">
                <a:latin typeface="+mj-lt"/>
              </a:rPr>
              <a:t> </a:t>
            </a:r>
            <a:r>
              <a:rPr lang="fr-FR" dirty="0">
                <a:solidFill>
                  <a:schemeClr val="accent2"/>
                </a:solidFill>
                <a:latin typeface="+mj-lt"/>
              </a:rPr>
              <a:t>Pratiques</a:t>
            </a:r>
            <a:endParaRPr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3087" name="Google Shape;3087;p43"/>
          <p:cNvSpPr txBox="1">
            <a:spLocks noGrp="1"/>
          </p:cNvSpPr>
          <p:nvPr>
            <p:ph type="subTitle" idx="1"/>
          </p:nvPr>
        </p:nvSpPr>
        <p:spPr>
          <a:xfrm>
            <a:off x="878158" y="1216868"/>
            <a:ext cx="4002101" cy="18040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FR" b="1" dirty="0">
                <a:latin typeface="+mj-lt"/>
              </a:rPr>
              <a:t>Gestion des données</a:t>
            </a:r>
          </a:p>
          <a:p>
            <a:pPr algn="just"/>
            <a:r>
              <a:rPr lang="fr-FR" dirty="0">
                <a:latin typeface="+mj-lt"/>
              </a:rPr>
              <a:t>	Séparer les jeux d’entraînement et de test avant le prétraitement pour éviter le </a:t>
            </a:r>
            <a:r>
              <a:rPr lang="fr-FR" i="1" dirty="0">
                <a:latin typeface="+mj-lt"/>
              </a:rPr>
              <a:t>data </a:t>
            </a:r>
            <a:r>
              <a:rPr lang="fr-FR" i="1" dirty="0" err="1">
                <a:latin typeface="+mj-lt"/>
              </a:rPr>
              <a:t>leakage</a:t>
            </a:r>
            <a:r>
              <a:rPr lang="fr-FR" dirty="0">
                <a:latin typeface="+mj-lt"/>
              </a:rPr>
              <a:t>. Utiliser uniquement les statistiques du train pour normaliser les données test. Bien vérifier les dimensions (</a:t>
            </a:r>
            <a:r>
              <a:rPr lang="fr-FR" dirty="0" err="1">
                <a:latin typeface="+mj-lt"/>
              </a:rPr>
              <a:t>shapes</a:t>
            </a:r>
            <a:r>
              <a:rPr lang="fr-FR" dirty="0">
                <a:latin typeface="+mj-lt"/>
              </a:rPr>
              <a:t>) des données.</a:t>
            </a:r>
          </a:p>
        </p:txBody>
      </p:sp>
      <p:sp>
        <p:nvSpPr>
          <p:cNvPr id="3089" name="Google Shape;3089;p43"/>
          <p:cNvSpPr txBox="1">
            <a:spLocks noGrp="1"/>
          </p:cNvSpPr>
          <p:nvPr>
            <p:ph type="subTitle" idx="3"/>
          </p:nvPr>
        </p:nvSpPr>
        <p:spPr>
          <a:xfrm>
            <a:off x="3961924" y="3067404"/>
            <a:ext cx="4468796" cy="15425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FR" b="1" dirty="0">
                <a:latin typeface="+mj-lt"/>
              </a:rPr>
              <a:t>Modélisation et suivi</a:t>
            </a:r>
          </a:p>
          <a:p>
            <a:pPr algn="just"/>
            <a:r>
              <a:rPr lang="fr-FR" dirty="0">
                <a:latin typeface="+mj-lt"/>
              </a:rPr>
              <a:t>	Utiliser des techniques comme l’</a:t>
            </a:r>
            <a:r>
              <a:rPr lang="fr-FR" dirty="0" err="1">
                <a:latin typeface="+mj-lt"/>
              </a:rPr>
              <a:t>early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stopping</a:t>
            </a:r>
            <a:r>
              <a:rPr lang="fr-FR" dirty="0">
                <a:latin typeface="+mj-lt"/>
              </a:rPr>
              <a:t> et l’ajustement du </a:t>
            </a:r>
            <a:r>
              <a:rPr lang="fr-FR" dirty="0" err="1">
                <a:latin typeface="+mj-lt"/>
              </a:rPr>
              <a:t>learning</a:t>
            </a:r>
            <a:r>
              <a:rPr lang="fr-FR" dirty="0">
                <a:latin typeface="+mj-lt"/>
              </a:rPr>
              <a:t> rate pour éviter le surapprentissage. Surveiller les performances, sauvegarder les modèles, documenter le code et versionner les expériences pour assurer la reproductibilité.</a:t>
            </a:r>
          </a:p>
        </p:txBody>
      </p:sp>
      <p:pic>
        <p:nvPicPr>
          <p:cNvPr id="3090" name="Google Shape;3090;p43"/>
          <p:cNvPicPr preferRelativeResize="0"/>
          <p:nvPr/>
        </p:nvPicPr>
        <p:blipFill>
          <a:blip r:embed="rId3"/>
          <a:srcRect t="18408" b="18408"/>
          <a:stretch/>
        </p:blipFill>
        <p:spPr>
          <a:xfrm>
            <a:off x="5002225" y="1515747"/>
            <a:ext cx="2863800" cy="1206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42913" algn="bl" rotWithShape="0">
              <a:schemeClr val="accent2">
                <a:alpha val="40000"/>
              </a:schemeClr>
            </a:outerShdw>
          </a:effectLst>
        </p:spPr>
      </p:pic>
      <p:pic>
        <p:nvPicPr>
          <p:cNvPr id="3091" name="Google Shape;3091;p43"/>
          <p:cNvPicPr preferRelativeResize="0"/>
          <p:nvPr/>
        </p:nvPicPr>
        <p:blipFill>
          <a:blip r:embed="rId4"/>
          <a:srcRect t="28939" b="28939"/>
          <a:stretch/>
        </p:blipFill>
        <p:spPr>
          <a:xfrm>
            <a:off x="1284096" y="3188061"/>
            <a:ext cx="2863800" cy="1206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42913" algn="bl" rotWithShape="0">
              <a:schemeClr val="accent2">
                <a:alpha val="40000"/>
              </a:schemeClr>
            </a:outerShdw>
          </a:effectLst>
        </p:spPr>
      </p:pic>
      <p:grpSp>
        <p:nvGrpSpPr>
          <p:cNvPr id="3092" name="Google Shape;3092;p43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3093" name="Google Shape;3093;p4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094" name="Google Shape;3094;p4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095" name="Google Shape;3095;p4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096" name="Google Shape;3096;p4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097" name="Google Shape;3097;p4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3098" name="Google Shape;3098;p43"/>
          <p:cNvGrpSpPr/>
          <p:nvPr/>
        </p:nvGrpSpPr>
        <p:grpSpPr>
          <a:xfrm flipH="1">
            <a:off x="4657567" y="4577991"/>
            <a:ext cx="1105976" cy="133969"/>
            <a:chOff x="8183182" y="663852"/>
            <a:chExt cx="1475028" cy="178673"/>
          </a:xfrm>
        </p:grpSpPr>
        <p:grpSp>
          <p:nvGrpSpPr>
            <p:cNvPr id="3099" name="Google Shape;3099;p4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100" name="Google Shape;3100;p4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01" name="Google Shape;3101;p4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02" name="Google Shape;3102;p4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03" name="Google Shape;3103;p4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04" name="Google Shape;3104;p4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05" name="Google Shape;3105;p4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06" name="Google Shape;3106;p4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07" name="Google Shape;3107;p4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08" name="Google Shape;3108;p4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09" name="Google Shape;3109;p4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  <p:grpSp>
          <p:nvGrpSpPr>
            <p:cNvPr id="3110" name="Google Shape;3110;p4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111" name="Google Shape;3111;p4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12" name="Google Shape;3112;p4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13" name="Google Shape;3113;p4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14" name="Google Shape;3114;p4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15" name="Google Shape;3115;p4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16" name="Google Shape;3116;p4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17" name="Google Shape;3117;p4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18" name="Google Shape;3118;p4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19" name="Google Shape;3119;p4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3120" name="Google Shape;3120;p4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</p:grpSp>
      <p:grpSp>
        <p:nvGrpSpPr>
          <p:cNvPr id="3121" name="Google Shape;3121;p43"/>
          <p:cNvGrpSpPr/>
          <p:nvPr/>
        </p:nvGrpSpPr>
        <p:grpSpPr>
          <a:xfrm rot="5400000">
            <a:off x="1851650" y="690750"/>
            <a:ext cx="98902" cy="553090"/>
            <a:chOff x="4898850" y="4820550"/>
            <a:chExt cx="98902" cy="553090"/>
          </a:xfrm>
        </p:grpSpPr>
        <p:sp>
          <p:nvSpPr>
            <p:cNvPr id="3122" name="Google Shape;3122;p4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123" name="Google Shape;3123;p4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124" name="Google Shape;3124;p4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125" name="Google Shape;3125;p4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126" name="Google Shape;3126;p4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B1315647-DE83-C741-E408-C8F0A01CADB4}"/>
              </a:ext>
            </a:extLst>
          </p:cNvPr>
          <p:cNvSpPr txBox="1"/>
          <p:nvPr/>
        </p:nvSpPr>
        <p:spPr>
          <a:xfrm>
            <a:off x="1514644" y="-66843"/>
            <a:ext cx="13260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0" dirty="0">
                <a:solidFill>
                  <a:schemeClr val="accent2"/>
                </a:solidFill>
                <a:latin typeface="+mj-lt"/>
              </a:rPr>
              <a:t>07</a:t>
            </a:r>
          </a:p>
        </p:txBody>
      </p:sp>
      <p:sp>
        <p:nvSpPr>
          <p:cNvPr id="3" name="Google Shape;2779;p36">
            <a:extLst>
              <a:ext uri="{FF2B5EF4-FFF2-40B4-BE49-F238E27FC236}">
                <a16:creationId xmlns:a16="http://schemas.microsoft.com/office/drawing/2014/main" id="{6F7CA624-8F69-A8C4-4E38-44B30EA929CA}"/>
              </a:ext>
            </a:extLst>
          </p:cNvPr>
          <p:cNvSpPr txBox="1">
            <a:spLocks/>
          </p:cNvSpPr>
          <p:nvPr/>
        </p:nvSpPr>
        <p:spPr>
          <a:xfrm>
            <a:off x="7167242" y="4576579"/>
            <a:ext cx="883813" cy="561513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500" b="1" i="0" u="none" strike="noStrike" cap="non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l"/>
            <a:r>
              <a:rPr lang="en" i="1" dirty="0">
                <a:solidFill>
                  <a:schemeClr val="tx1"/>
                </a:solidFill>
                <a:latin typeface="+mj-lt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7" grpId="0" build="p"/>
      <p:bldP spid="3089" grpId="0" build="p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8" name="Google Shape;4528;p69"/>
          <p:cNvPicPr preferRelativeResize="0"/>
          <p:nvPr/>
        </p:nvPicPr>
        <p:blipFill>
          <a:blip r:embed="rId3"/>
          <a:srcRect t="21902" b="21902"/>
          <a:stretch/>
        </p:blipFill>
        <p:spPr>
          <a:xfrm>
            <a:off x="5474725" y="1307063"/>
            <a:ext cx="2727600" cy="2730300"/>
          </a:xfrm>
          <a:prstGeom prst="ellipse">
            <a:avLst/>
          </a:prstGeom>
          <a:noFill/>
          <a:ln>
            <a:noFill/>
          </a:ln>
          <a:effectLst>
            <a:outerShdw blurRad="657225" algn="bl" rotWithShape="0">
              <a:schemeClr val="accent2">
                <a:alpha val="40000"/>
              </a:schemeClr>
            </a:outerShdw>
          </a:effectLst>
        </p:spPr>
      </p:pic>
      <p:sp>
        <p:nvSpPr>
          <p:cNvPr id="4529" name="Google Shape;4529;p69"/>
          <p:cNvSpPr txBox="1">
            <a:spLocks noGrp="1"/>
          </p:cNvSpPr>
          <p:nvPr>
            <p:ph type="title"/>
          </p:nvPr>
        </p:nvSpPr>
        <p:spPr>
          <a:xfrm>
            <a:off x="2648713" y="-118600"/>
            <a:ext cx="44667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  <a:latin typeface="+mj-lt"/>
              </a:rPr>
              <a:t>CONCLUSIONS</a:t>
            </a:r>
            <a:endParaRPr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530" name="Google Shape;4530;p69"/>
          <p:cNvSpPr txBox="1">
            <a:spLocks noGrp="1"/>
          </p:cNvSpPr>
          <p:nvPr>
            <p:ph type="subTitle" idx="1"/>
          </p:nvPr>
        </p:nvSpPr>
        <p:spPr>
          <a:xfrm>
            <a:off x="781586" y="1198112"/>
            <a:ext cx="4651638" cy="33503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ctr">
              <a:buNone/>
            </a:pPr>
            <a:r>
              <a:rPr lang="fr-FR" dirty="0">
                <a:latin typeface="+mj-lt"/>
              </a:rPr>
              <a:t>Ce projet présente l’écosystème complet du machine         </a:t>
            </a:r>
            <a:r>
              <a:rPr lang="fr-FR" dirty="0" err="1">
                <a:latin typeface="+mj-lt"/>
              </a:rPr>
              <a:t>learning</a:t>
            </a:r>
            <a:r>
              <a:rPr lang="fr-FR" dirty="0">
                <a:latin typeface="+mj-lt"/>
              </a:rPr>
              <a:t> avec Python :</a:t>
            </a:r>
          </a:p>
          <a:p>
            <a:pPr marL="139700" indent="0" algn="ctr">
              <a:buNone/>
            </a:pPr>
            <a:endParaRPr lang="fr-FR" dirty="0">
              <a:latin typeface="+mj-lt"/>
            </a:endParaRPr>
          </a:p>
          <a:p>
            <a:r>
              <a:rPr lang="fr-FR" b="1" dirty="0">
                <a:latin typeface="+mj-lt"/>
              </a:rPr>
              <a:t>Pandas</a:t>
            </a:r>
            <a:r>
              <a:rPr lang="fr-FR" dirty="0">
                <a:latin typeface="+mj-lt"/>
              </a:rPr>
              <a:t> pour le traitement des données,</a:t>
            </a:r>
          </a:p>
          <a:p>
            <a:r>
              <a:rPr lang="fr-FR" b="1" dirty="0" err="1">
                <a:latin typeface="+mj-lt"/>
              </a:rPr>
              <a:t>Seaborn</a:t>
            </a:r>
            <a:r>
              <a:rPr lang="fr-FR" dirty="0">
                <a:latin typeface="+mj-lt"/>
              </a:rPr>
              <a:t> pour la visualisation,</a:t>
            </a:r>
          </a:p>
          <a:p>
            <a:r>
              <a:rPr lang="fr-FR" b="1" dirty="0" err="1">
                <a:latin typeface="+mj-lt"/>
              </a:rPr>
              <a:t>Keras</a:t>
            </a:r>
            <a:r>
              <a:rPr lang="fr-FR" dirty="0">
                <a:latin typeface="+mj-lt"/>
              </a:rPr>
              <a:t> pour le développement rapide,</a:t>
            </a:r>
          </a:p>
          <a:p>
            <a:r>
              <a:rPr lang="fr-FR" b="1" dirty="0" err="1">
                <a:latin typeface="+mj-lt"/>
              </a:rPr>
              <a:t>PyTorch</a:t>
            </a:r>
            <a:r>
              <a:rPr lang="fr-FR" dirty="0">
                <a:latin typeface="+mj-lt"/>
              </a:rPr>
              <a:t> pour les modèles avancés.</a:t>
            </a:r>
          </a:p>
          <a:p>
            <a:pPr marL="139700" indent="0">
              <a:buNone/>
            </a:pPr>
            <a:endParaRPr lang="fr-FR" dirty="0">
              <a:latin typeface="+mj-lt"/>
            </a:endParaRPr>
          </a:p>
          <a:p>
            <a:pPr marL="139700" indent="0" algn="ctr">
              <a:buNone/>
            </a:pPr>
            <a:r>
              <a:rPr lang="fr-FR" dirty="0">
                <a:latin typeface="+mj-lt"/>
              </a:rPr>
              <a:t>Il ouvre la voie vers des domaines clés comme les   CNN, les LSTM, le </a:t>
            </a:r>
            <a:r>
              <a:rPr lang="fr-FR" dirty="0" err="1">
                <a:latin typeface="+mj-lt"/>
              </a:rPr>
              <a:t>transfer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learning</a:t>
            </a:r>
            <a:r>
              <a:rPr lang="fr-FR" dirty="0">
                <a:latin typeface="+mj-lt"/>
              </a:rPr>
              <a:t> et le déploiement de modèles.</a:t>
            </a:r>
          </a:p>
          <a:p>
            <a:pPr marL="139700" indent="0" algn="ctr">
              <a:buNone/>
            </a:pPr>
            <a:endParaRPr lang="fr-FR" dirty="0">
              <a:latin typeface="+mj-lt"/>
            </a:endParaRPr>
          </a:p>
          <a:p>
            <a:pPr marL="139700" indent="0">
              <a:buNone/>
            </a:pPr>
            <a:r>
              <a:rPr lang="fr-FR" dirty="0">
                <a:latin typeface="+mj-lt"/>
              </a:rPr>
              <a:t>Ce projet constitue une base solide pour évoluer vers le machine </a:t>
            </a:r>
            <a:r>
              <a:rPr lang="fr-FR" dirty="0" err="1">
                <a:latin typeface="+mj-lt"/>
              </a:rPr>
              <a:t>learning</a:t>
            </a:r>
            <a:r>
              <a:rPr lang="fr-FR" dirty="0">
                <a:latin typeface="+mj-lt"/>
              </a:rPr>
              <a:t> avancé. </a:t>
            </a:r>
          </a:p>
        </p:txBody>
      </p:sp>
      <p:sp>
        <p:nvSpPr>
          <p:cNvPr id="4531" name="Google Shape;4531;p69"/>
          <p:cNvSpPr/>
          <p:nvPr/>
        </p:nvSpPr>
        <p:spPr>
          <a:xfrm>
            <a:off x="3246095" y="4391554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grpSp>
        <p:nvGrpSpPr>
          <p:cNvPr id="4532" name="Google Shape;4532;p69"/>
          <p:cNvGrpSpPr/>
          <p:nvPr/>
        </p:nvGrpSpPr>
        <p:grpSpPr>
          <a:xfrm rot="-5400000">
            <a:off x="7445689" y="3626907"/>
            <a:ext cx="883262" cy="242091"/>
            <a:chOff x="2300350" y="2601250"/>
            <a:chExt cx="2275275" cy="623625"/>
          </a:xfrm>
        </p:grpSpPr>
        <p:sp>
          <p:nvSpPr>
            <p:cNvPr id="4533" name="Google Shape;4533;p6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34" name="Google Shape;4534;p6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35" name="Google Shape;4535;p6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36" name="Google Shape;4536;p6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37" name="Google Shape;4537;p6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38" name="Google Shape;4538;p6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4539" name="Google Shape;4539;p69"/>
          <p:cNvGrpSpPr/>
          <p:nvPr/>
        </p:nvGrpSpPr>
        <p:grpSpPr>
          <a:xfrm>
            <a:off x="4789594" y="914919"/>
            <a:ext cx="1105976" cy="133969"/>
            <a:chOff x="8183182" y="663852"/>
            <a:chExt cx="1475028" cy="178673"/>
          </a:xfrm>
        </p:grpSpPr>
        <p:grpSp>
          <p:nvGrpSpPr>
            <p:cNvPr id="4540" name="Google Shape;4540;p6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4541" name="Google Shape;4541;p6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42" name="Google Shape;4542;p6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43" name="Google Shape;4543;p6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44" name="Google Shape;4544;p6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45" name="Google Shape;4545;p6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46" name="Google Shape;4546;p6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47" name="Google Shape;4547;p6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48" name="Google Shape;4548;p6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49" name="Google Shape;4549;p6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50" name="Google Shape;4550;p6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  <p:grpSp>
          <p:nvGrpSpPr>
            <p:cNvPr id="4551" name="Google Shape;4551;p6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4552" name="Google Shape;4552;p6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53" name="Google Shape;4553;p6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54" name="Google Shape;4554;p6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55" name="Google Shape;4555;p6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56" name="Google Shape;4556;p6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57" name="Google Shape;4557;p6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58" name="Google Shape;4558;p6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59" name="Google Shape;4559;p6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60" name="Google Shape;4560;p6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561" name="Google Shape;4561;p6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</p:grpSp>
      <p:grpSp>
        <p:nvGrpSpPr>
          <p:cNvPr id="4562" name="Google Shape;4562;p69"/>
          <p:cNvGrpSpPr/>
          <p:nvPr/>
        </p:nvGrpSpPr>
        <p:grpSpPr>
          <a:xfrm rot="5400000">
            <a:off x="5285275" y="3708175"/>
            <a:ext cx="98902" cy="553090"/>
            <a:chOff x="4898850" y="4820550"/>
            <a:chExt cx="98902" cy="553090"/>
          </a:xfrm>
        </p:grpSpPr>
        <p:sp>
          <p:nvSpPr>
            <p:cNvPr id="4563" name="Google Shape;4563;p6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64" name="Google Shape;4564;p6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65" name="Google Shape;4565;p6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66" name="Google Shape;4566;p6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67" name="Google Shape;4567;p6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8F86CB3A-1439-8712-CC81-AD095C576867}"/>
              </a:ext>
            </a:extLst>
          </p:cNvPr>
          <p:cNvSpPr txBox="1"/>
          <p:nvPr/>
        </p:nvSpPr>
        <p:spPr>
          <a:xfrm>
            <a:off x="1514644" y="-66843"/>
            <a:ext cx="13260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0" dirty="0">
                <a:solidFill>
                  <a:schemeClr val="accent2"/>
                </a:solidFill>
                <a:latin typeface="+mj-lt"/>
              </a:rPr>
              <a:t>08</a:t>
            </a:r>
          </a:p>
        </p:txBody>
      </p:sp>
      <p:sp>
        <p:nvSpPr>
          <p:cNvPr id="3" name="Google Shape;2779;p36">
            <a:extLst>
              <a:ext uri="{FF2B5EF4-FFF2-40B4-BE49-F238E27FC236}">
                <a16:creationId xmlns:a16="http://schemas.microsoft.com/office/drawing/2014/main" id="{513A3390-4D16-AF58-A434-5514EAEC3BDF}"/>
              </a:ext>
            </a:extLst>
          </p:cNvPr>
          <p:cNvSpPr txBox="1">
            <a:spLocks/>
          </p:cNvSpPr>
          <p:nvPr/>
        </p:nvSpPr>
        <p:spPr>
          <a:xfrm>
            <a:off x="7445412" y="4581987"/>
            <a:ext cx="883813" cy="561513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500" b="1" i="0" u="none" strike="noStrike" cap="non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l"/>
            <a:r>
              <a:rPr lang="en" i="1" dirty="0">
                <a:solidFill>
                  <a:schemeClr val="tx1"/>
                </a:solidFill>
                <a:latin typeface="+mj-lt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9" grpId="0"/>
      <p:bldP spid="4530" grpId="0" build="p"/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2" name="Google Shape;4572;p70"/>
          <p:cNvSpPr txBox="1">
            <a:spLocks noGrp="1"/>
          </p:cNvSpPr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Merci!</a:t>
            </a:r>
            <a:endParaRPr dirty="0">
              <a:latin typeface="+mj-lt"/>
            </a:endParaRPr>
          </a:p>
        </p:txBody>
      </p:sp>
      <p:sp>
        <p:nvSpPr>
          <p:cNvPr id="4573" name="Google Shape;4573;p70"/>
          <p:cNvSpPr txBox="1">
            <a:spLocks noGrp="1"/>
          </p:cNvSpPr>
          <p:nvPr>
            <p:ph type="subTitle" idx="1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latin typeface="+mj-lt"/>
                <a:ea typeface="Exo"/>
                <a:cs typeface="Exo"/>
                <a:sym typeface="Exo"/>
              </a:rPr>
              <a:t>Avez vous des questions?</a:t>
            </a:r>
            <a:endParaRPr sz="1800" b="1" dirty="0">
              <a:latin typeface="+mj-lt"/>
              <a:ea typeface="Exo"/>
              <a:cs typeface="Exo"/>
              <a:sym typeface="Exo"/>
            </a:endParaRPr>
          </a:p>
        </p:txBody>
      </p:sp>
      <p:grpSp>
        <p:nvGrpSpPr>
          <p:cNvPr id="4575" name="Google Shape;4575;p70"/>
          <p:cNvGrpSpPr/>
          <p:nvPr/>
        </p:nvGrpSpPr>
        <p:grpSpPr>
          <a:xfrm rot="-5400000">
            <a:off x="6756923" y="2604103"/>
            <a:ext cx="883262" cy="242091"/>
            <a:chOff x="2300350" y="2601250"/>
            <a:chExt cx="2275275" cy="623625"/>
          </a:xfrm>
        </p:grpSpPr>
        <p:sp>
          <p:nvSpPr>
            <p:cNvPr id="4576" name="Google Shape;4576;p70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77" name="Google Shape;4577;p70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78" name="Google Shape;4578;p70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79" name="Google Shape;4579;p70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80" name="Google Shape;4580;p70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81" name="Google Shape;4581;p70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4582" name="Google Shape;4582;p70"/>
          <p:cNvGrpSpPr/>
          <p:nvPr/>
        </p:nvGrpSpPr>
        <p:grpSpPr>
          <a:xfrm rot="5400000">
            <a:off x="7305100" y="3695000"/>
            <a:ext cx="98902" cy="553090"/>
            <a:chOff x="4898850" y="4820550"/>
            <a:chExt cx="98902" cy="553090"/>
          </a:xfrm>
        </p:grpSpPr>
        <p:sp>
          <p:nvSpPr>
            <p:cNvPr id="4583" name="Google Shape;4583;p7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84" name="Google Shape;4584;p7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85" name="Google Shape;4585;p7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86" name="Google Shape;4586;p7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87" name="Google Shape;4587;p7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4588" name="Google Shape;4588;p70"/>
          <p:cNvGrpSpPr/>
          <p:nvPr/>
        </p:nvGrpSpPr>
        <p:grpSpPr>
          <a:xfrm rot="5400000">
            <a:off x="1498582" y="1509734"/>
            <a:ext cx="883262" cy="242091"/>
            <a:chOff x="2300350" y="2601250"/>
            <a:chExt cx="2275275" cy="623625"/>
          </a:xfrm>
        </p:grpSpPr>
        <p:sp>
          <p:nvSpPr>
            <p:cNvPr id="4589" name="Google Shape;4589;p70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90" name="Google Shape;4590;p70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91" name="Google Shape;4591;p70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92" name="Google Shape;4592;p70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93" name="Google Shape;4593;p70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94" name="Google Shape;4594;p70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4607" name="Google Shape;4607;p70"/>
          <p:cNvGrpSpPr/>
          <p:nvPr/>
        </p:nvGrpSpPr>
        <p:grpSpPr>
          <a:xfrm rot="5400000">
            <a:off x="2081150" y="2794900"/>
            <a:ext cx="98902" cy="553090"/>
            <a:chOff x="4898850" y="4820550"/>
            <a:chExt cx="98902" cy="553090"/>
          </a:xfrm>
        </p:grpSpPr>
        <p:sp>
          <p:nvSpPr>
            <p:cNvPr id="4608" name="Google Shape;4608;p7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09" name="Google Shape;4609;p7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10" name="Google Shape;4610;p7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11" name="Google Shape;4611;p7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12" name="Google Shape;4612;p7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sp>
        <p:nvSpPr>
          <p:cNvPr id="2" name="Google Shape;2779;p36">
            <a:extLst>
              <a:ext uri="{FF2B5EF4-FFF2-40B4-BE49-F238E27FC236}">
                <a16:creationId xmlns:a16="http://schemas.microsoft.com/office/drawing/2014/main" id="{A285ED9F-65D9-D6AE-7CD5-78FBBC424DC5}"/>
              </a:ext>
            </a:extLst>
          </p:cNvPr>
          <p:cNvSpPr txBox="1">
            <a:spLocks/>
          </p:cNvSpPr>
          <p:nvPr/>
        </p:nvSpPr>
        <p:spPr>
          <a:xfrm>
            <a:off x="7077508" y="4416838"/>
            <a:ext cx="883813" cy="561513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500" b="1" i="0" u="none" strike="noStrike" cap="non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"/>
              <a:buNone/>
              <a:defRPr sz="30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l"/>
            <a:r>
              <a:rPr lang="en" i="1" dirty="0">
                <a:solidFill>
                  <a:schemeClr val="tx1"/>
                </a:solidFill>
                <a:latin typeface="+mj-lt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2" grpId="0"/>
      <p:bldP spid="4573" grpId="0" build="p"/>
      <p:bldP spid="2" grpId="0"/>
    </p:bldLst>
  </p:timing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654</Words>
  <Application>Microsoft Office PowerPoint</Application>
  <PresentationFormat>On-screen Show (16:9)</PresentationFormat>
  <Paragraphs>133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PT Sans</vt:lpstr>
      <vt:lpstr>Roboto Condensed Light</vt:lpstr>
      <vt:lpstr>Exo</vt:lpstr>
      <vt:lpstr>Data Center Business Plan by Slidesgo</vt:lpstr>
      <vt:lpstr>Workflow de Traitement de données           </vt:lpstr>
      <vt:lpstr>Plan</vt:lpstr>
      <vt:lpstr>Introduction au projet</vt:lpstr>
      <vt:lpstr>Objectifs du projet</vt:lpstr>
      <vt:lpstr>ENVIRONNEMENT  ET BIBLIOTHEQUES</vt:lpstr>
      <vt:lpstr>PRINCIPE GÉNÉRAL  DU WORKFLOW</vt:lpstr>
      <vt:lpstr>ETUDE DE CAS : PRÉDICTION PRIX IMMOBILIER </vt:lpstr>
      <vt:lpstr>TP : Classification des      fleurs iris</vt:lpstr>
      <vt:lpstr>PowerPoint Presentation</vt:lpstr>
      <vt:lpstr>PowerPoint Presentation</vt:lpstr>
      <vt:lpstr>Recommandations d’usage</vt:lpstr>
      <vt:lpstr>Bonnes  Pratiques</vt:lpstr>
      <vt:lpstr>CONCLUSIONS</vt:lpstr>
      <vt:lpstr>Merci!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Oumaro DJIGUIMDE</cp:lastModifiedBy>
  <cp:revision>8</cp:revision>
  <dcterms:modified xsi:type="dcterms:W3CDTF">2025-12-07T17:58:02Z</dcterms:modified>
</cp:coreProperties>
</file>